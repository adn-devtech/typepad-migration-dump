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slides/slide4.xml" ContentType="application/vnd.openxmlformats-officedocument.presentationml.slide+xml"/>
  <Override PartName="/ppt/notesSlides/notesSlide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slideMasters/slideMaster1.xml" ContentType="application/vnd.openxmlformats-officedocument.presentationml.slideMaster+xml"/>
  <Override PartName="/ppt/notesSlides/notesSlide2.xml" ContentType="application/vnd.openxmlformats-officedocument.presentationml.notesSlide+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2.xml" ContentType="application/vnd.openxmlformats-officedocument.presentationml.slideLayou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tableStyles.xml" ContentType="application/vnd.openxmlformats-officedocument.presentationml.tableStyles+xml"/>
  <Override PartName="/ppt/viewProps.xml" ContentType="application/vnd.openxmlformats-officedocument.presentationml.viewProps+xml"/>
  <Override PartName="/ppt/presProps.xml" ContentType="application/vnd.openxmlformats-officedocument.presentationml.presProp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7" r:id="rId1"/>
  </p:sldMasterIdLst>
  <p:notesMasterIdLst>
    <p:notesMasterId r:id="rId6"/>
  </p:notesMasterIdLst>
  <p:handoutMasterIdLst>
    <p:handoutMasterId r:id="rId7"/>
  </p:handoutMasterIdLst>
  <p:sldIdLst>
    <p:sldId id="291" r:id="rId2"/>
    <p:sldId id="296" r:id="rId3"/>
    <p:sldId id="297" r:id="rId4"/>
    <p:sldId id="325" r:id="rId5"/>
  </p:sldIdLst>
  <p:sldSz cx="9144000" cy="6858000" type="letter"/>
  <p:notesSz cx="7010400" cy="9296400"/>
  <p:defaultTextStyle>
    <a:defPPr>
      <a:defRPr lang="en-US"/>
    </a:defPPr>
    <a:lvl1pPr marL="0" algn="l" defTabSz="571211" rtl="0" eaLnBrk="1" latinLnBrk="0" hangingPunct="1">
      <a:defRPr sz="2200" kern="1200">
        <a:solidFill>
          <a:schemeClr val="tx1"/>
        </a:solidFill>
        <a:latin typeface="+mn-lt"/>
        <a:ea typeface="+mn-ea"/>
        <a:cs typeface="+mn-cs"/>
      </a:defRPr>
    </a:lvl1pPr>
    <a:lvl2pPr marL="571211" algn="l" defTabSz="571211" rtl="0" eaLnBrk="1" latinLnBrk="0" hangingPunct="1">
      <a:defRPr sz="2200" kern="1200">
        <a:solidFill>
          <a:schemeClr val="tx1"/>
        </a:solidFill>
        <a:latin typeface="+mn-lt"/>
        <a:ea typeface="+mn-ea"/>
        <a:cs typeface="+mn-cs"/>
      </a:defRPr>
    </a:lvl2pPr>
    <a:lvl3pPr marL="1142422" algn="l" defTabSz="571211" rtl="0" eaLnBrk="1" latinLnBrk="0" hangingPunct="1">
      <a:defRPr sz="2200" kern="1200">
        <a:solidFill>
          <a:schemeClr val="tx1"/>
        </a:solidFill>
        <a:latin typeface="+mn-lt"/>
        <a:ea typeface="+mn-ea"/>
        <a:cs typeface="+mn-cs"/>
      </a:defRPr>
    </a:lvl3pPr>
    <a:lvl4pPr marL="1713633" algn="l" defTabSz="571211" rtl="0" eaLnBrk="1" latinLnBrk="0" hangingPunct="1">
      <a:defRPr sz="2200" kern="1200">
        <a:solidFill>
          <a:schemeClr val="tx1"/>
        </a:solidFill>
        <a:latin typeface="+mn-lt"/>
        <a:ea typeface="+mn-ea"/>
        <a:cs typeface="+mn-cs"/>
      </a:defRPr>
    </a:lvl4pPr>
    <a:lvl5pPr marL="2284844" algn="l" defTabSz="571211" rtl="0" eaLnBrk="1" latinLnBrk="0" hangingPunct="1">
      <a:defRPr sz="2200" kern="1200">
        <a:solidFill>
          <a:schemeClr val="tx1"/>
        </a:solidFill>
        <a:latin typeface="+mn-lt"/>
        <a:ea typeface="+mn-ea"/>
        <a:cs typeface="+mn-cs"/>
      </a:defRPr>
    </a:lvl5pPr>
    <a:lvl6pPr marL="2856055" algn="l" defTabSz="571211" rtl="0" eaLnBrk="1" latinLnBrk="0" hangingPunct="1">
      <a:defRPr sz="2200" kern="1200">
        <a:solidFill>
          <a:schemeClr val="tx1"/>
        </a:solidFill>
        <a:latin typeface="+mn-lt"/>
        <a:ea typeface="+mn-ea"/>
        <a:cs typeface="+mn-cs"/>
      </a:defRPr>
    </a:lvl6pPr>
    <a:lvl7pPr marL="3427265" algn="l" defTabSz="571211" rtl="0" eaLnBrk="1" latinLnBrk="0" hangingPunct="1">
      <a:defRPr sz="2200" kern="1200">
        <a:solidFill>
          <a:schemeClr val="tx1"/>
        </a:solidFill>
        <a:latin typeface="+mn-lt"/>
        <a:ea typeface="+mn-ea"/>
        <a:cs typeface="+mn-cs"/>
      </a:defRPr>
    </a:lvl7pPr>
    <a:lvl8pPr marL="3998477" algn="l" defTabSz="571211" rtl="0" eaLnBrk="1" latinLnBrk="0" hangingPunct="1">
      <a:defRPr sz="2200" kern="1200">
        <a:solidFill>
          <a:schemeClr val="tx1"/>
        </a:solidFill>
        <a:latin typeface="+mn-lt"/>
        <a:ea typeface="+mn-ea"/>
        <a:cs typeface="+mn-cs"/>
      </a:defRPr>
    </a:lvl8pPr>
    <a:lvl9pPr marL="4569687" algn="l" defTabSz="571211" rtl="0" eaLnBrk="1" latinLnBrk="0" hangingPunct="1">
      <a:defRPr sz="22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Mikako Harada" initials="MH" lastIdx="7" clrIdx="0"/>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B7D88C"/>
    <a:srgbClr val="FFFFCC"/>
    <a:srgbClr val="000000"/>
    <a:srgbClr val="FFF5CC"/>
    <a:srgbClr val="FFFF00"/>
    <a:srgbClr val="FFCC00"/>
    <a:srgbClr val="005E30"/>
    <a:srgbClr val="1858A8"/>
    <a:srgbClr val="FFFFFF"/>
    <a:srgbClr val="FF33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aximized">
    <p:restoredLeft sz="9770" autoAdjust="0"/>
    <p:restoredTop sz="66468" autoAdjust="0"/>
  </p:normalViewPr>
  <p:slideViewPr>
    <p:cSldViewPr snapToGrid="0" snapToObjects="1">
      <p:cViewPr varScale="1">
        <p:scale>
          <a:sx n="73" d="100"/>
          <a:sy n="73" d="100"/>
        </p:scale>
        <p:origin x="-2688" y="-90"/>
      </p:cViewPr>
      <p:guideLst>
        <p:guide orient="horz" pos="407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commentAuthors" Target="commentAuthors.xml"/><Relationship Id="rId13" Type="http://schemas.openxmlformats.org/officeDocument/2006/relationships/customXml" Target="../customXml/item1.xml"/><Relationship Id="rId3" Type="http://schemas.openxmlformats.org/officeDocument/2006/relationships/slide" Target="slides/slide2.xml"/><Relationship Id="rId7" Type="http://schemas.openxmlformats.org/officeDocument/2006/relationships/handoutMaster" Target="handoutMasters/handoutMaster1.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customXml" Target="../customXml/item3.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openxmlformats.org/officeDocument/2006/relationships/customXml" Target="../customXml/item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387C2776-B9DD-1946-9831-785CA23AC1F1}" type="datetime1">
              <a:rPr lang="en-US" smtClean="0"/>
              <a:t>8/12/2013</a:t>
            </a:fld>
            <a:endParaRPr lang="en-US" dirty="0"/>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58ECB827-1CCB-B349-98A7-AAC485CBB65F}" type="slidenum">
              <a:rPr lang="en-US" smtClean="0"/>
              <a:t>‹#›</a:t>
            </a:fld>
            <a:endParaRPr lang="en-US" dirty="0"/>
          </a:p>
        </p:txBody>
      </p:sp>
    </p:spTree>
    <p:extLst>
      <p:ext uri="{BB962C8B-B14F-4D97-AF65-F5344CB8AC3E}">
        <p14:creationId xmlns:p14="http://schemas.microsoft.com/office/powerpoint/2010/main" val="343552177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13A1C7DD-7A43-8947-A922-8561F0BA9BCC}" type="datetime1">
              <a:rPr lang="en-US" smtClean="0"/>
              <a:t>8/12/2013</a:t>
            </a:fld>
            <a:endParaRPr lang="en-US" dirty="0"/>
          </a:p>
        </p:txBody>
      </p:sp>
      <p:sp>
        <p:nvSpPr>
          <p:cNvPr id="4" name="Slide Image Placeholder 3"/>
          <p:cNvSpPr>
            <a:spLocks noGrp="1" noRot="1" noChangeAspect="1"/>
          </p:cNvSpPr>
          <p:nvPr>
            <p:ph type="sldImg" idx="2"/>
          </p:nvPr>
        </p:nvSpPr>
        <p:spPr>
          <a:xfrm>
            <a:off x="1181100" y="696913"/>
            <a:ext cx="4648200" cy="348615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3E9330B-B1DA-214B-A229-0CB8492B91A5}" type="slidenum">
              <a:rPr lang="en-US" smtClean="0"/>
              <a:t>‹#›</a:t>
            </a:fld>
            <a:endParaRPr lang="en-US" dirty="0"/>
          </a:p>
        </p:txBody>
      </p:sp>
    </p:spTree>
    <p:extLst>
      <p:ext uri="{BB962C8B-B14F-4D97-AF65-F5344CB8AC3E}">
        <p14:creationId xmlns:p14="http://schemas.microsoft.com/office/powerpoint/2010/main" val="726771065"/>
      </p:ext>
    </p:extLst>
  </p:cSld>
  <p:clrMap bg1="lt1" tx1="dk1" bg2="lt2" tx2="dk2" accent1="accent1" accent2="accent2" accent3="accent3" accent4="accent4" accent5="accent5" accent6="accent6" hlink="hlink" folHlink="folHlink"/>
  <p:hf hdr="0" ftr="0" dt="0"/>
  <p:notesStyle>
    <a:lvl1pPr marL="0" algn="l" defTabSz="571211" rtl="0" eaLnBrk="1" latinLnBrk="0" hangingPunct="1">
      <a:defRPr sz="1500" kern="1200">
        <a:solidFill>
          <a:schemeClr val="tx1"/>
        </a:solidFill>
        <a:latin typeface="+mn-lt"/>
        <a:ea typeface="+mn-ea"/>
        <a:cs typeface="+mn-cs"/>
      </a:defRPr>
    </a:lvl1pPr>
    <a:lvl2pPr marL="571211" algn="l" defTabSz="571211" rtl="0" eaLnBrk="1" latinLnBrk="0" hangingPunct="1">
      <a:defRPr sz="1500" kern="1200">
        <a:solidFill>
          <a:schemeClr val="tx1"/>
        </a:solidFill>
        <a:latin typeface="+mn-lt"/>
        <a:ea typeface="+mn-ea"/>
        <a:cs typeface="+mn-cs"/>
      </a:defRPr>
    </a:lvl2pPr>
    <a:lvl3pPr marL="1142422" algn="l" defTabSz="571211" rtl="0" eaLnBrk="1" latinLnBrk="0" hangingPunct="1">
      <a:defRPr sz="1500" kern="1200">
        <a:solidFill>
          <a:schemeClr val="tx1"/>
        </a:solidFill>
        <a:latin typeface="+mn-lt"/>
        <a:ea typeface="+mn-ea"/>
        <a:cs typeface="+mn-cs"/>
      </a:defRPr>
    </a:lvl3pPr>
    <a:lvl4pPr marL="1713633" algn="l" defTabSz="571211" rtl="0" eaLnBrk="1" latinLnBrk="0" hangingPunct="1">
      <a:defRPr sz="1500" kern="1200">
        <a:solidFill>
          <a:schemeClr val="tx1"/>
        </a:solidFill>
        <a:latin typeface="+mn-lt"/>
        <a:ea typeface="+mn-ea"/>
        <a:cs typeface="+mn-cs"/>
      </a:defRPr>
    </a:lvl4pPr>
    <a:lvl5pPr marL="2284844" algn="l" defTabSz="571211" rtl="0" eaLnBrk="1" latinLnBrk="0" hangingPunct="1">
      <a:defRPr sz="1500" kern="1200">
        <a:solidFill>
          <a:schemeClr val="tx1"/>
        </a:solidFill>
        <a:latin typeface="+mn-lt"/>
        <a:ea typeface="+mn-ea"/>
        <a:cs typeface="+mn-cs"/>
      </a:defRPr>
    </a:lvl5pPr>
    <a:lvl6pPr marL="2856055" algn="l" defTabSz="571211" rtl="0" eaLnBrk="1" latinLnBrk="0" hangingPunct="1">
      <a:defRPr sz="1500" kern="1200">
        <a:solidFill>
          <a:schemeClr val="tx1"/>
        </a:solidFill>
        <a:latin typeface="+mn-lt"/>
        <a:ea typeface="+mn-ea"/>
        <a:cs typeface="+mn-cs"/>
      </a:defRPr>
    </a:lvl6pPr>
    <a:lvl7pPr marL="3427265" algn="l" defTabSz="571211" rtl="0" eaLnBrk="1" latinLnBrk="0" hangingPunct="1">
      <a:defRPr sz="1500" kern="1200">
        <a:solidFill>
          <a:schemeClr val="tx1"/>
        </a:solidFill>
        <a:latin typeface="+mn-lt"/>
        <a:ea typeface="+mn-ea"/>
        <a:cs typeface="+mn-cs"/>
      </a:defRPr>
    </a:lvl7pPr>
    <a:lvl8pPr marL="3998477" algn="l" defTabSz="571211" rtl="0" eaLnBrk="1" latinLnBrk="0" hangingPunct="1">
      <a:defRPr sz="1500" kern="1200">
        <a:solidFill>
          <a:schemeClr val="tx1"/>
        </a:solidFill>
        <a:latin typeface="+mn-lt"/>
        <a:ea typeface="+mn-ea"/>
        <a:cs typeface="+mn-cs"/>
      </a:defRPr>
    </a:lvl8pPr>
    <a:lvl9pPr marL="4569687" algn="l" defTabSz="571211" rtl="0" eaLnBrk="1" latinLnBrk="0" hangingPunct="1">
      <a:defRPr sz="15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Hello and Welcome to a presentation on publishing your Revit</a:t>
            </a:r>
            <a:r>
              <a:rPr lang="en-US" baseline="0" dirty="0" smtClean="0"/>
              <a:t> Apps to the Autodesk Exchange App store. My name is Gopinath Taget and I am a part of the Autodesk Developer Network at Autodesk.</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1</a:t>
            </a:fld>
            <a:endParaRPr lang="en-US" dirty="0"/>
          </a:p>
        </p:txBody>
      </p:sp>
    </p:spTree>
    <p:extLst>
      <p:ext uri="{BB962C8B-B14F-4D97-AF65-F5344CB8AC3E}">
        <p14:creationId xmlns:p14="http://schemas.microsoft.com/office/powerpoint/2010/main" val="14804595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571211" rtl="0" eaLnBrk="1" fontAlgn="auto" latinLnBrk="0" hangingPunct="1">
              <a:lnSpc>
                <a:spcPct val="100000"/>
              </a:lnSpc>
              <a:spcBef>
                <a:spcPts val="0"/>
              </a:spcBef>
              <a:spcAft>
                <a:spcPts val="0"/>
              </a:spcAft>
              <a:buClrTx/>
              <a:buSzTx/>
              <a:buFontTx/>
              <a:buNone/>
              <a:tabLst/>
              <a:defRPr/>
            </a:pPr>
            <a:r>
              <a:rPr lang="en-US" dirty="0" smtClean="0"/>
              <a:t>The goal of this presentation is to show you how to publish your </a:t>
            </a:r>
            <a:r>
              <a:rPr lang="en-US" dirty="0" err="1" smtClean="0"/>
              <a:t>revit</a:t>
            </a:r>
            <a:r>
              <a:rPr lang="en-US" dirty="0" smtClean="0"/>
              <a:t> apps</a:t>
            </a:r>
            <a:r>
              <a:rPr lang="en-US" baseline="0" dirty="0" smtClean="0"/>
              <a:t> to the Autodesk exchange store. It is not about creating </a:t>
            </a:r>
            <a:r>
              <a:rPr lang="en-US" baseline="0" dirty="0" err="1" smtClean="0"/>
              <a:t>revit</a:t>
            </a:r>
            <a:r>
              <a:rPr lang="en-US" baseline="0" dirty="0" smtClean="0"/>
              <a:t> add-ins or applications. We assume that you are familiar with the Revit API and the </a:t>
            </a:r>
            <a:r>
              <a:rPr lang="en-US" baseline="0" dirty="0" err="1" smtClean="0"/>
              <a:t>addin</a:t>
            </a:r>
            <a:r>
              <a:rPr lang="en-US" baseline="0" dirty="0" smtClean="0"/>
              <a:t> manifest file, and have some experience with Revit application development. </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2</a:t>
            </a:fld>
            <a:endParaRPr lang="en-US" dirty="0"/>
          </a:p>
        </p:txBody>
      </p:sp>
    </p:spTree>
    <p:extLst>
      <p:ext uri="{BB962C8B-B14F-4D97-AF65-F5344CB8AC3E}">
        <p14:creationId xmlns:p14="http://schemas.microsoft.com/office/powerpoint/2010/main" val="5985519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agenda</a:t>
            </a:r>
            <a:r>
              <a:rPr lang="en-US" baseline="0" dirty="0" smtClean="0"/>
              <a:t> of this presentation is as follows:</a:t>
            </a:r>
          </a:p>
          <a:p>
            <a:endParaRPr lang="en-US" baseline="0" dirty="0" smtClean="0"/>
          </a:p>
          <a:p>
            <a:pPr marL="285750" indent="-285750">
              <a:buFontTx/>
              <a:buChar char="-"/>
            </a:pPr>
            <a:r>
              <a:rPr lang="en-US" baseline="0" dirty="0" smtClean="0"/>
              <a:t>To give you an overview of the Autodesk exchange app store for Revit</a:t>
            </a:r>
            <a:endParaRPr lang="en-US" baseline="0" dirty="0"/>
          </a:p>
          <a:p>
            <a:pPr marL="285750" indent="-285750">
              <a:buFontTx/>
              <a:buChar char="-"/>
            </a:pPr>
            <a:r>
              <a:rPr lang="en-US" baseline="0" dirty="0" smtClean="0"/>
              <a:t>Provide guidelines for preparing your app to publish to the store</a:t>
            </a:r>
          </a:p>
          <a:p>
            <a:pPr marL="285750" indent="-285750">
              <a:buFontTx/>
              <a:buChar char="-"/>
            </a:pPr>
            <a:r>
              <a:rPr lang="en-US" baseline="0" dirty="0" smtClean="0"/>
              <a:t>Identify information you need to provide to the Autodesk store team while submitting your app</a:t>
            </a:r>
          </a:p>
          <a:p>
            <a:pPr marL="285750" indent="-285750">
              <a:buFontTx/>
              <a:buChar char="-"/>
            </a:pPr>
            <a:r>
              <a:rPr lang="en-US" baseline="0" dirty="0" smtClean="0"/>
              <a:t>An explanation and demonstration of the actual submission process</a:t>
            </a:r>
          </a:p>
          <a:p>
            <a:pPr marL="285750" indent="-285750">
              <a:buFontTx/>
              <a:buChar char="-"/>
            </a:pPr>
            <a:r>
              <a:rPr lang="en-US" baseline="0" dirty="0" smtClean="0"/>
              <a:t>Special considerations to keep in mind while submitting your App for Revit 2013</a:t>
            </a:r>
          </a:p>
          <a:p>
            <a:pPr marL="285750" indent="-285750">
              <a:buFontTx/>
              <a:buChar char="-"/>
            </a:pPr>
            <a:r>
              <a:rPr lang="en-US" baseline="0" dirty="0" smtClean="0"/>
              <a:t>Frequently asked questions</a:t>
            </a:r>
          </a:p>
          <a:p>
            <a:pPr marL="285750" indent="-285750">
              <a:buFontTx/>
              <a:buChar char="-"/>
            </a:pPr>
            <a:r>
              <a:rPr lang="en-US" baseline="0" dirty="0" smtClean="0"/>
              <a:t>A summary of this presentation</a:t>
            </a:r>
          </a:p>
          <a:p>
            <a:pPr marL="285750" indent="-285750">
              <a:buFontTx/>
              <a:buChar char="-"/>
            </a:pPr>
            <a:r>
              <a:rPr lang="en-US" baseline="0" dirty="0" smtClean="0"/>
              <a:t>Reference links to documentation that you will need </a:t>
            </a:r>
            <a:r>
              <a:rPr lang="en-US" baseline="0" smtClean="0"/>
              <a:t>about publishing </a:t>
            </a:r>
            <a:r>
              <a:rPr lang="en-US" baseline="0" dirty="0" smtClean="0"/>
              <a:t>apps to the store</a:t>
            </a:r>
          </a:p>
          <a:p>
            <a:pPr marL="285750" indent="-285750">
              <a:buFontTx/>
              <a:buChar char="-"/>
            </a:pPr>
            <a:endParaRPr lang="en-US" baseline="0" dirty="0" smtClean="0"/>
          </a:p>
        </p:txBody>
      </p:sp>
      <p:sp>
        <p:nvSpPr>
          <p:cNvPr id="4" name="Slide Number Placeholder 3"/>
          <p:cNvSpPr>
            <a:spLocks noGrp="1"/>
          </p:cNvSpPr>
          <p:nvPr>
            <p:ph type="sldNum" sz="quarter" idx="10"/>
          </p:nvPr>
        </p:nvSpPr>
        <p:spPr/>
        <p:txBody>
          <a:bodyPr/>
          <a:lstStyle/>
          <a:p>
            <a:fld id="{73E9330B-B1DA-214B-A229-0CB8492B91A5}" type="slidenum">
              <a:rPr lang="en-US" smtClean="0"/>
              <a:t>3</a:t>
            </a:fld>
            <a:endParaRPr lang="en-US" dirty="0"/>
          </a:p>
        </p:txBody>
      </p:sp>
    </p:spTree>
    <p:extLst>
      <p:ext uri="{BB962C8B-B14F-4D97-AF65-F5344CB8AC3E}">
        <p14:creationId xmlns:p14="http://schemas.microsoft.com/office/powerpoint/2010/main" val="21684705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is the end of the presentation. Thank you </a:t>
            </a:r>
            <a:r>
              <a:rPr lang="en-US" smtClean="0"/>
              <a:t>for</a:t>
            </a:r>
            <a:r>
              <a:rPr lang="en-US" baseline="0" smtClean="0"/>
              <a:t> watching </a:t>
            </a:r>
            <a:r>
              <a:rPr lang="en-US" baseline="0" dirty="0" smtClean="0"/>
              <a:t>it patiently.</a:t>
            </a:r>
            <a:endParaRPr lang="en-US" dirty="0"/>
          </a:p>
        </p:txBody>
      </p:sp>
      <p:sp>
        <p:nvSpPr>
          <p:cNvPr id="4" name="Slide Number Placeholder 3"/>
          <p:cNvSpPr>
            <a:spLocks noGrp="1"/>
          </p:cNvSpPr>
          <p:nvPr>
            <p:ph type="sldNum" sz="quarter" idx="10"/>
          </p:nvPr>
        </p:nvSpPr>
        <p:spPr/>
        <p:txBody>
          <a:bodyPr/>
          <a:lstStyle/>
          <a:p>
            <a:fld id="{73E9330B-B1DA-214B-A229-0CB8492B91A5}" type="slidenum">
              <a:rPr lang="en-US" smtClean="0"/>
              <a:t>4</a:t>
            </a:fld>
            <a:endParaRPr lang="en-US" dirty="0"/>
          </a:p>
        </p:txBody>
      </p:sp>
    </p:spTree>
    <p:extLst>
      <p:ext uri="{BB962C8B-B14F-4D97-AF65-F5344CB8AC3E}">
        <p14:creationId xmlns:p14="http://schemas.microsoft.com/office/powerpoint/2010/main" val="60984207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Main Title">
    <p:bg>
      <p:bgPr>
        <a:solidFill>
          <a:schemeClr val="bg1"/>
        </a:solidFill>
        <a:effectLst/>
      </p:bgPr>
    </p:bg>
    <p:spTree>
      <p:nvGrpSpPr>
        <p:cNvPr id="1" name=""/>
        <p:cNvGrpSpPr/>
        <p:nvPr/>
      </p:nvGrpSpPr>
      <p:grpSpPr>
        <a:xfrm>
          <a:off x="0" y="0"/>
          <a:ext cx="0" cy="0"/>
          <a:chOff x="0" y="0"/>
          <a:chExt cx="0" cy="0"/>
        </a:xfrm>
      </p:grpSpPr>
      <p:pic>
        <p:nvPicPr>
          <p:cNvPr id="13" name="Picture 12" descr="Corporate_Image_2012-09_v2.tif"/>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12718" y="0"/>
            <a:ext cx="9156719" cy="6858000"/>
          </a:xfrm>
          <a:prstGeom prst="rect">
            <a:avLst/>
          </a:prstGeom>
        </p:spPr>
      </p:pic>
      <p:sp>
        <p:nvSpPr>
          <p:cNvPr id="2" name="Rectangle 1"/>
          <p:cNvSpPr/>
          <p:nvPr/>
        </p:nvSpPr>
        <p:spPr>
          <a:xfrm>
            <a:off x="-12719" y="1820073"/>
            <a:ext cx="9156719" cy="3066252"/>
          </a:xfrm>
          <a:prstGeom prst="rect">
            <a:avLst/>
          </a:prstGeom>
          <a:gradFill>
            <a:gsLst>
              <a:gs pos="20000">
                <a:schemeClr val="bg1">
                  <a:alpha val="88000"/>
                </a:schemeClr>
              </a:gs>
              <a:gs pos="100000">
                <a:schemeClr val="bg1">
                  <a:alpha val="50000"/>
                </a:scheme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sp>
        <p:nvSpPr>
          <p:cNvPr id="4" name="Text Placeholder 2"/>
          <p:cNvSpPr>
            <a:spLocks noGrp="1"/>
          </p:cNvSpPr>
          <p:nvPr>
            <p:ph type="body" sz="quarter" idx="10" hasCustomPrompt="1"/>
          </p:nvPr>
        </p:nvSpPr>
        <p:spPr>
          <a:xfrm>
            <a:off x="457202" y="2432343"/>
            <a:ext cx="5397358" cy="1205087"/>
          </a:xfrm>
          <a:prstGeom prst="rect">
            <a:avLst/>
          </a:prstGeom>
        </p:spPr>
        <p:txBody>
          <a:bodyPr lIns="0" tIns="0" rIns="0" bIns="0">
            <a:noAutofit/>
          </a:bodyPr>
          <a:lstStyle>
            <a:lvl1pPr marL="0" indent="0">
              <a:spcBef>
                <a:spcPts val="0"/>
              </a:spcBef>
              <a:buNone/>
              <a:defRPr sz="3000" b="1" baseline="0">
                <a:solidFill>
                  <a:schemeClr val="accent4"/>
                </a:solidFill>
              </a:defRPr>
            </a:lvl1pPr>
          </a:lstStyle>
          <a:p>
            <a:r>
              <a:rPr lang="en-US" sz="2800" dirty="0" smtClean="0"/>
              <a:t>Main title can extend over one or two lines</a:t>
            </a:r>
            <a:endParaRPr lang="en-US" sz="2800" dirty="0"/>
          </a:p>
        </p:txBody>
      </p:sp>
      <p:sp>
        <p:nvSpPr>
          <p:cNvPr id="5" name="Text Placeholder 4"/>
          <p:cNvSpPr>
            <a:spLocks noGrp="1"/>
          </p:cNvSpPr>
          <p:nvPr>
            <p:ph type="body" sz="quarter" idx="12" hasCustomPrompt="1"/>
          </p:nvPr>
        </p:nvSpPr>
        <p:spPr>
          <a:xfrm>
            <a:off x="457203" y="3728701"/>
            <a:ext cx="5397356" cy="387255"/>
          </a:xfrm>
          <a:prstGeom prst="rect">
            <a:avLst/>
          </a:prstGeom>
        </p:spPr>
        <p:txBody>
          <a:bodyPr lIns="0" tIns="0" rIns="0" bIns="0">
            <a:noAutofit/>
          </a:bodyPr>
          <a:lstStyle>
            <a:lvl1pPr marL="0" indent="0">
              <a:spcBef>
                <a:spcPts val="0"/>
              </a:spcBef>
              <a:buNone/>
              <a:defRPr sz="2000" b="0" baseline="0">
                <a:solidFill>
                  <a:schemeClr val="tx2"/>
                </a:solidFill>
              </a:defRPr>
            </a:lvl1pPr>
          </a:lstStyle>
          <a:p>
            <a:pPr lvl="0"/>
            <a:r>
              <a:rPr lang="en-US" dirty="0" smtClean="0"/>
              <a:t>Presenter Name</a:t>
            </a:r>
          </a:p>
        </p:txBody>
      </p:sp>
      <p:sp>
        <p:nvSpPr>
          <p:cNvPr id="6" name="Text Placeholder 15"/>
          <p:cNvSpPr>
            <a:spLocks noGrp="1"/>
          </p:cNvSpPr>
          <p:nvPr>
            <p:ph type="body" sz="quarter" idx="13" hasCustomPrompt="1"/>
          </p:nvPr>
        </p:nvSpPr>
        <p:spPr>
          <a:xfrm>
            <a:off x="457202" y="4115957"/>
            <a:ext cx="5397358" cy="315214"/>
          </a:xfrm>
          <a:prstGeom prst="rect">
            <a:avLst/>
          </a:prstGeom>
        </p:spPr>
        <p:txBody>
          <a:bodyPr lIns="0" tIns="0" rIns="0" bIns="0">
            <a:noAutofit/>
          </a:bodyPr>
          <a:lstStyle>
            <a:lvl1pPr marL="0" indent="0">
              <a:spcBef>
                <a:spcPts val="0"/>
              </a:spcBef>
              <a:buNone/>
              <a:defRPr sz="1500" b="0" baseline="0">
                <a:solidFill>
                  <a:schemeClr val="tx2"/>
                </a:solidFill>
              </a:defRPr>
            </a:lvl1pPr>
          </a:lstStyle>
          <a:p>
            <a:pPr lvl="0"/>
            <a:r>
              <a:rPr lang="en-US" dirty="0" smtClean="0"/>
              <a:t>Presenter Title</a:t>
            </a:r>
            <a:endParaRPr lang="en-US" dirty="0"/>
          </a:p>
        </p:txBody>
      </p:sp>
      <p:sp>
        <p:nvSpPr>
          <p:cNvPr id="7" name="Text Placeholder 15"/>
          <p:cNvSpPr>
            <a:spLocks noGrp="1"/>
          </p:cNvSpPr>
          <p:nvPr>
            <p:ph type="body" sz="quarter" idx="14" hasCustomPrompt="1"/>
          </p:nvPr>
        </p:nvSpPr>
        <p:spPr>
          <a:xfrm>
            <a:off x="457202" y="2117128"/>
            <a:ext cx="5397358" cy="315214"/>
          </a:xfrm>
          <a:prstGeom prst="rect">
            <a:avLst/>
          </a:prstGeom>
        </p:spPr>
        <p:txBody>
          <a:bodyPr lIns="0" tIns="0" rIns="0" bIns="0">
            <a:noAutofit/>
          </a:bodyPr>
          <a:lstStyle>
            <a:lvl1pPr marL="0" indent="0">
              <a:spcBef>
                <a:spcPts val="0"/>
              </a:spcBef>
              <a:buNone/>
              <a:defRPr sz="1500" b="1" baseline="0">
                <a:solidFill>
                  <a:schemeClr val="accent4"/>
                </a:solidFill>
              </a:defRPr>
            </a:lvl1pPr>
          </a:lstStyle>
          <a:p>
            <a:pPr lvl="0"/>
            <a:r>
              <a:rPr lang="en-US" dirty="0" smtClean="0"/>
              <a:t>Event name 2013</a:t>
            </a:r>
            <a:endParaRPr lang="en-US" dirty="0"/>
          </a:p>
        </p:txBody>
      </p:sp>
      <p:sp>
        <p:nvSpPr>
          <p:cNvPr id="14" name="TextBox 13"/>
          <p:cNvSpPr txBox="1"/>
          <p:nvPr/>
        </p:nvSpPr>
        <p:spPr>
          <a:xfrm>
            <a:off x="74081" y="6596295"/>
            <a:ext cx="1316904" cy="138499"/>
          </a:xfrm>
          <a:prstGeom prst="rect">
            <a:avLst/>
          </a:prstGeom>
          <a:noFill/>
        </p:spPr>
        <p:txBody>
          <a:bodyPr wrap="square" lIns="0" tIns="0" rIns="0" bIns="0" rtlCol="0">
            <a:spAutoFit/>
          </a:bodyPr>
          <a:lstStyle/>
          <a:p>
            <a:r>
              <a:rPr lang="en-US" sz="900" b="0" i="0" baseline="0" dirty="0" smtClean="0">
                <a:solidFill>
                  <a:schemeClr val="bg1">
                    <a:lumMod val="65000"/>
                  </a:schemeClr>
                </a:solidFill>
                <a:latin typeface="Frutiger Next LT W1G"/>
                <a:cs typeface="Frutiger Next LT W1G"/>
              </a:rPr>
              <a:t>© 2013 Autodesk</a:t>
            </a:r>
            <a:endParaRPr lang="en-US" sz="900" b="0" i="0" baseline="0" dirty="0">
              <a:solidFill>
                <a:schemeClr val="bg1">
                  <a:lumMod val="65000"/>
                </a:schemeClr>
              </a:solidFill>
              <a:latin typeface="Frutiger Next LT W1G"/>
              <a:cs typeface="Frutiger Next LT W1G"/>
            </a:endParaRPr>
          </a:p>
        </p:txBody>
      </p:sp>
      <p:sp>
        <p:nvSpPr>
          <p:cNvPr id="20" name="Rectangle 19"/>
          <p:cNvSpPr/>
          <p:nvPr userDrawn="1"/>
        </p:nvSpPr>
        <p:spPr>
          <a:xfrm>
            <a:off x="-12719" y="4460895"/>
            <a:ext cx="9156719" cy="423184"/>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1" name="Picture 20" descr="autodesk-logo-rgb-color-logo-black-text-large.png"/>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612987" y="4552805"/>
            <a:ext cx="1427937" cy="239365"/>
          </a:xfrm>
          <a:prstGeom prst="rect">
            <a:avLst/>
          </a:prstGeom>
        </p:spPr>
      </p:pic>
    </p:spTree>
    <p:extLst>
      <p:ext uri="{BB962C8B-B14F-4D97-AF65-F5344CB8AC3E}">
        <p14:creationId xmlns:p14="http://schemas.microsoft.com/office/powerpoint/2010/main" val="303404946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1 column)">
    <p:spTree>
      <p:nvGrpSpPr>
        <p:cNvPr id="1" name=""/>
        <p:cNvGrpSpPr/>
        <p:nvPr/>
      </p:nvGrpSpPr>
      <p:grpSpPr>
        <a:xfrm>
          <a:off x="0" y="0"/>
          <a:ext cx="0" cy="0"/>
          <a:chOff x="0" y="0"/>
          <a:chExt cx="0" cy="0"/>
        </a:xfrm>
      </p:grpSpPr>
      <p:sp>
        <p:nvSpPr>
          <p:cNvPr id="4" name="Content Placeholder 2"/>
          <p:cNvSpPr>
            <a:spLocks noGrp="1"/>
          </p:cNvSpPr>
          <p:nvPr>
            <p:ph idx="1"/>
          </p:nvPr>
        </p:nvSpPr>
        <p:spPr>
          <a:xfrm>
            <a:off x="457200" y="1417641"/>
            <a:ext cx="8229644"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solidFill>
                  <a:schemeClr val="tx1"/>
                </a:solidFill>
              </a:defRPr>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solidFill>
                  <a:schemeClr val="tx1"/>
                </a:solidFill>
              </a:defRPr>
            </a:lvl3pPr>
            <a:lvl4pPr marL="1791862" indent="-230379">
              <a:buClr>
                <a:schemeClr val="accent4"/>
              </a:buClr>
              <a:buSzPct val="100000"/>
              <a:buFont typeface="Wingdings" charset="2"/>
              <a:buChar char="§"/>
              <a:defRPr sz="1700" b="0">
                <a:solidFill>
                  <a:schemeClr val="tx1"/>
                </a:solidFill>
              </a:defRPr>
            </a:lvl4pPr>
            <a:lvl5pPr marL="2303821" indent="-201582">
              <a:buClr>
                <a:schemeClr val="accent4"/>
              </a:buClr>
              <a:buSzPct val="100000"/>
              <a:buFont typeface="Wingdings" charset="2"/>
              <a:buChar char="§"/>
              <a:defRPr sz="1500" b="0">
                <a:solidFill>
                  <a:schemeClr val="tx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dirty="0" smtClean="0"/>
              <a:t>Click to edit Master title style</a:t>
            </a:r>
            <a:endParaRPr lang="en-US" dirty="0"/>
          </a:p>
        </p:txBody>
      </p:sp>
      <p:sp>
        <p:nvSpPr>
          <p:cNvPr id="7" name="Rectangle 6"/>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dirty="0"/>
          </a:p>
        </p:txBody>
      </p:sp>
      <p:sp>
        <p:nvSpPr>
          <p:cNvPr id="8" name="TextBox 7"/>
          <p:cNvSpPr txBox="1"/>
          <p:nvPr/>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pic>
        <p:nvPicPr>
          <p:cNvPr id="16" name="Picture 15"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9" name="TextBox 8"/>
          <p:cNvSpPr txBox="1"/>
          <p:nvPr userDrawn="1"/>
        </p:nvSpPr>
        <p:spPr>
          <a:xfrm>
            <a:off x="3792592" y="6613830"/>
            <a:ext cx="1558815" cy="138499"/>
          </a:xfrm>
          <a:prstGeom prst="rect">
            <a:avLst/>
          </a:prstGeom>
          <a:noFill/>
        </p:spPr>
        <p:txBody>
          <a:bodyPr wrap="square" lIns="0" tIns="0" rIns="0" bIns="0" rtlCol="0">
            <a:spAutoFit/>
          </a:bodyPr>
          <a:lstStyle/>
          <a:p>
            <a:pPr algn="ctr"/>
            <a:r>
              <a:rPr lang="en-US" sz="900" b="0" i="0" dirty="0" smtClean="0">
                <a:solidFill>
                  <a:schemeClr val="tx1">
                    <a:lumMod val="65000"/>
                    <a:lumOff val="35000"/>
                  </a:schemeClr>
                </a:solidFill>
                <a:latin typeface="Frutiger Next LT W1G"/>
                <a:cs typeface="Frutiger Next LT W1G"/>
              </a:rPr>
              <a:t>Autodesk Exchange for Revit</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089397270"/>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2 column)">
    <p:spTree>
      <p:nvGrpSpPr>
        <p:cNvPr id="1" name=""/>
        <p:cNvGrpSpPr/>
        <p:nvPr/>
      </p:nvGrpSpPr>
      <p:grpSpPr>
        <a:xfrm>
          <a:off x="0" y="0"/>
          <a:ext cx="0" cy="0"/>
          <a:chOff x="0" y="0"/>
          <a:chExt cx="0" cy="0"/>
        </a:xfrm>
      </p:grpSpPr>
      <p:sp>
        <p:nvSpPr>
          <p:cNvPr id="8"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baseline="0">
                <a:solidFill>
                  <a:schemeClr val="accent4"/>
                </a:solidFill>
              </a:defRPr>
            </a:lvl1pPr>
          </a:lstStyle>
          <a:p>
            <a:r>
              <a:rPr lang="en-US" smtClean="0"/>
              <a:t>Click to edit Master title style</a:t>
            </a:r>
            <a:endParaRPr lang="en-US" dirty="0"/>
          </a:p>
        </p:txBody>
      </p:sp>
      <p:sp>
        <p:nvSpPr>
          <p:cNvPr id="13"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98441" indent="-339706">
              <a:buClr>
                <a:schemeClr val="accent4"/>
              </a:buClr>
              <a:buSzPct val="100000"/>
              <a:buFont typeface="Wingdings" pitchFamily="2" charset="2"/>
              <a:buChar char="§"/>
              <a:defRPr sz="2800" b="0"/>
            </a:lvl1pPr>
            <a:lvl2pPr marL="1011920" indent="-467958">
              <a:buClr>
                <a:schemeClr val="accent4"/>
              </a:buClr>
              <a:buSzPct val="100000"/>
              <a:buFont typeface="Wingdings" pitchFamily="2" charset="2"/>
              <a:buChar char="§"/>
              <a:defRPr sz="2300" b="0">
                <a:solidFill>
                  <a:schemeClr val="tx1"/>
                </a:solidFill>
              </a:defRPr>
            </a:lvl2pPr>
            <a:lvl3pPr marL="1344695" indent="-323971">
              <a:buClr>
                <a:schemeClr val="accent4"/>
              </a:buClr>
              <a:buSzPct val="100000"/>
              <a:buFont typeface="Wingdings" pitchFamily="2" charset="2"/>
              <a:buChar char="§"/>
              <a:defRPr sz="2000" b="0"/>
            </a:lvl3pPr>
            <a:lvl4pPr marL="1885453" indent="-323971">
              <a:buClr>
                <a:schemeClr val="accent4"/>
              </a:buClr>
              <a:buSzPct val="100000"/>
              <a:buFont typeface="Wingdings" pitchFamily="2" charset="2"/>
              <a:buChar char="§"/>
              <a:defRPr sz="1700" b="0"/>
            </a:lvl4pPr>
            <a:lvl5pPr marL="2390214" indent="-287974">
              <a:buClr>
                <a:schemeClr val="accent4"/>
              </a:buClr>
              <a:buSzPct val="100000"/>
              <a:buFont typeface="Wingdings" pitchFamily="2"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4" name="Content Placeholder 2"/>
          <p:cNvSpPr>
            <a:spLocks noGrp="1"/>
          </p:cNvSpPr>
          <p:nvPr>
            <p:ph idx="18"/>
          </p:nvPr>
        </p:nvSpPr>
        <p:spPr>
          <a:xfrm>
            <a:off x="4646614" y="1417640"/>
            <a:ext cx="4040187" cy="4767281"/>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6" name="Rectangle 5"/>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9" name="Picture 8"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1" name="TextBox 10"/>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3298238507"/>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Text and Images">
    <p:spTree>
      <p:nvGrpSpPr>
        <p:cNvPr id="1" name=""/>
        <p:cNvGrpSpPr/>
        <p:nvPr/>
      </p:nvGrpSpPr>
      <p:grpSpPr>
        <a:xfrm>
          <a:off x="0" y="0"/>
          <a:ext cx="0" cy="0"/>
          <a:chOff x="0" y="0"/>
          <a:chExt cx="0" cy="0"/>
        </a:xfrm>
      </p:grpSpPr>
      <p:sp>
        <p:nvSpPr>
          <p:cNvPr id="9" name="Picture Placeholder 6"/>
          <p:cNvSpPr>
            <a:spLocks noGrp="1"/>
          </p:cNvSpPr>
          <p:nvPr>
            <p:ph type="pic" sz="quarter" idx="13"/>
          </p:nvPr>
        </p:nvSpPr>
        <p:spPr>
          <a:xfrm>
            <a:off x="4646568" y="1417639"/>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5" name="Title 1"/>
          <p:cNvSpPr>
            <a:spLocks noGrp="1"/>
          </p:cNvSpPr>
          <p:nvPr>
            <p:ph type="title"/>
          </p:nvPr>
        </p:nvSpPr>
        <p:spPr>
          <a:xfrm>
            <a:off x="457201" y="274639"/>
            <a:ext cx="8229600" cy="1143000"/>
          </a:xfrm>
          <a:prstGeom prst="rect">
            <a:avLst/>
          </a:prstGeom>
        </p:spPr>
        <p:txBody>
          <a:bodyPr lIns="0" tIns="0" rIns="0" bIns="0" anchor="t" anchorCtr="0">
            <a:noAutofit/>
          </a:bodyPr>
          <a:lstStyle>
            <a:lvl1pPr algn="l">
              <a:defRPr sz="2800">
                <a:solidFill>
                  <a:schemeClr val="accent4"/>
                </a:solidFill>
              </a:defRPr>
            </a:lvl1pPr>
          </a:lstStyle>
          <a:p>
            <a:r>
              <a:rPr lang="en-US" smtClean="0"/>
              <a:t>Click to edit Master title style</a:t>
            </a:r>
            <a:endParaRPr lang="en-US" dirty="0"/>
          </a:p>
        </p:txBody>
      </p:sp>
      <p:sp>
        <p:nvSpPr>
          <p:cNvPr id="17" name="Text Placeholder 16"/>
          <p:cNvSpPr>
            <a:spLocks noGrp="1"/>
          </p:cNvSpPr>
          <p:nvPr>
            <p:ph type="body" sz="quarter" idx="14" hasCustomPrompt="1"/>
          </p:nvPr>
        </p:nvSpPr>
        <p:spPr>
          <a:xfrm>
            <a:off x="4646568" y="3578380"/>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2" name="Content Placeholder 2"/>
          <p:cNvSpPr>
            <a:spLocks noGrp="1"/>
          </p:cNvSpPr>
          <p:nvPr>
            <p:ph idx="17"/>
          </p:nvPr>
        </p:nvSpPr>
        <p:spPr>
          <a:xfrm>
            <a:off x="457202" y="1417641"/>
            <a:ext cx="4040187" cy="4767282"/>
          </a:xfrm>
          <a:prstGeom prst="rect">
            <a:avLst/>
          </a:prstGeom>
        </p:spPr>
        <p:txBody>
          <a:bodyPr lIns="0" tIns="0" rIns="0" bIns="0">
            <a:noAutofit/>
          </a:bodyPr>
          <a:lstStyle>
            <a:lvl1pPr marL="383971" indent="-316771">
              <a:buClr>
                <a:schemeClr val="accent4"/>
              </a:buClr>
              <a:buSzPct val="100000"/>
              <a:buFont typeface="Wingdings" charset="2"/>
              <a:buChar char="§"/>
              <a:defRPr sz="2800" b="0"/>
            </a:lvl1pPr>
            <a:lvl2pPr marL="831936" indent="-287974">
              <a:buClr>
                <a:schemeClr val="accent4"/>
              </a:buClr>
              <a:buSzPct val="100000"/>
              <a:buFont typeface="Wingdings" charset="2"/>
              <a:buChar char="§"/>
              <a:defRPr sz="2300" b="0">
                <a:solidFill>
                  <a:schemeClr val="tx1"/>
                </a:solidFill>
              </a:defRPr>
            </a:lvl2pPr>
            <a:lvl3pPr marL="1279901" indent="-259176">
              <a:buClr>
                <a:schemeClr val="accent4"/>
              </a:buClr>
              <a:buSzPct val="100000"/>
              <a:buFont typeface="Wingdings" charset="2"/>
              <a:buChar char="§"/>
              <a:defRPr sz="2000" b="0"/>
            </a:lvl3pPr>
            <a:lvl4pPr marL="1791862" indent="-230379">
              <a:buClr>
                <a:schemeClr val="accent4"/>
              </a:buClr>
              <a:buSzPct val="100000"/>
              <a:buFont typeface="Wingdings" charset="2"/>
              <a:buChar char="§"/>
              <a:defRPr sz="1700" b="0"/>
            </a:lvl4pPr>
            <a:lvl5pPr marL="2303821" indent="-201582">
              <a:buClr>
                <a:schemeClr val="accent4"/>
              </a:buClr>
              <a:buSzPct val="100000"/>
              <a:buFont typeface="Wingdings" charset="2"/>
              <a:buChar char="§"/>
              <a:defRPr sz="1500" b="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1" name="Picture Placeholder 6"/>
          <p:cNvSpPr>
            <a:spLocks noGrp="1"/>
          </p:cNvSpPr>
          <p:nvPr>
            <p:ph type="pic" sz="quarter" idx="18"/>
          </p:nvPr>
        </p:nvSpPr>
        <p:spPr>
          <a:xfrm>
            <a:off x="4646568" y="3852667"/>
            <a:ext cx="4040232" cy="2160740"/>
          </a:xfrm>
          <a:prstGeom prst="rect">
            <a:avLst/>
          </a:prstGeom>
        </p:spPr>
        <p:txBody>
          <a:bodyPr vert="horz" lIns="57594" tIns="28797" rIns="57594" bIns="28797"/>
          <a:lstStyle>
            <a:lvl1pPr marL="0" indent="0">
              <a:buClr>
                <a:schemeClr val="accent4"/>
              </a:buClr>
              <a:buNone/>
              <a:defRPr/>
            </a:lvl1pPr>
          </a:lstStyle>
          <a:p>
            <a:r>
              <a:rPr lang="en-US" smtClean="0"/>
              <a:t>Click icon to add picture</a:t>
            </a:r>
            <a:endParaRPr lang="en-US" dirty="0"/>
          </a:p>
        </p:txBody>
      </p:sp>
      <p:sp>
        <p:nvSpPr>
          <p:cNvPr id="14" name="Text Placeholder 16"/>
          <p:cNvSpPr>
            <a:spLocks noGrp="1"/>
          </p:cNvSpPr>
          <p:nvPr>
            <p:ph type="body" sz="quarter" idx="19" hasCustomPrompt="1"/>
          </p:nvPr>
        </p:nvSpPr>
        <p:spPr>
          <a:xfrm>
            <a:off x="4646568" y="6013407"/>
            <a:ext cx="4040232" cy="173214"/>
          </a:xfrm>
          <a:prstGeom prst="rect">
            <a:avLst/>
          </a:prstGeom>
        </p:spPr>
        <p:txBody>
          <a:bodyPr vert="horz" lIns="0" tIns="0" rIns="0" bIns="0"/>
          <a:lstStyle>
            <a:lvl1pPr marL="0" indent="0">
              <a:buNone/>
              <a:defRPr sz="700" baseline="0">
                <a:solidFill>
                  <a:schemeClr val="tx1">
                    <a:lumMod val="65000"/>
                    <a:lumOff val="35000"/>
                  </a:schemeClr>
                </a:solidFill>
              </a:defRPr>
            </a:lvl1pPr>
          </a:lstStyle>
          <a:p>
            <a:pPr lvl="0"/>
            <a:r>
              <a:rPr lang="en-US" dirty="0" smtClean="0"/>
              <a:t>Image credit line goes here</a:t>
            </a:r>
            <a:endParaRPr lang="en-US" dirty="0"/>
          </a:p>
        </p:txBody>
      </p:sp>
      <p:sp>
        <p:nvSpPr>
          <p:cNvPr id="18" name="Rectangle 17"/>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13" name="Picture 12"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9" name="TextBox 18"/>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424923577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5" name="Rectangle 4"/>
          <p:cNvSpPr/>
          <p:nvPr/>
        </p:nvSpPr>
        <p:spPr>
          <a:xfrm>
            <a:off x="0" y="6457950"/>
            <a:ext cx="9144000" cy="40005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lIns="57594" tIns="28797" rIns="57594" bIns="28797" rtlCol="0" anchor="ctr"/>
          <a:lstStyle/>
          <a:p>
            <a:pPr algn="ctr"/>
            <a:endParaRPr lang="en-US"/>
          </a:p>
        </p:txBody>
      </p:sp>
      <p:pic>
        <p:nvPicPr>
          <p:cNvPr id="8" name="Picture 7" descr="autodesk-logo-rgb-color-logo-black-text-large.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56475" y="6566035"/>
            <a:ext cx="1105051" cy="185240"/>
          </a:xfrm>
          <a:prstGeom prst="rect">
            <a:avLst/>
          </a:prstGeom>
        </p:spPr>
      </p:pic>
      <p:sp>
        <p:nvSpPr>
          <p:cNvPr id="10" name="Title 9"/>
          <p:cNvSpPr>
            <a:spLocks noGrp="1"/>
          </p:cNvSpPr>
          <p:nvPr>
            <p:ph type="title" hasCustomPrompt="1"/>
          </p:nvPr>
        </p:nvSpPr>
        <p:spPr>
          <a:xfrm>
            <a:off x="457200" y="2745696"/>
            <a:ext cx="8229600" cy="1143000"/>
          </a:xfrm>
          <a:prstGeom prst="rect">
            <a:avLst/>
          </a:prstGeom>
        </p:spPr>
        <p:txBody>
          <a:bodyPr anchor="ctr"/>
          <a:lstStyle>
            <a:lvl1pPr algn="ctr">
              <a:defRPr sz="10000">
                <a:solidFill>
                  <a:schemeClr val="accent4"/>
                </a:solidFill>
              </a:defRPr>
            </a:lvl1pPr>
          </a:lstStyle>
          <a:p>
            <a:r>
              <a:rPr lang="en-US" dirty="0" smtClean="0"/>
              <a:t>Keyword</a:t>
            </a:r>
            <a:endParaRPr lang="en-US" dirty="0"/>
          </a:p>
        </p:txBody>
      </p:sp>
      <p:sp>
        <p:nvSpPr>
          <p:cNvPr id="6" name="TextBox 5"/>
          <p:cNvSpPr txBox="1"/>
          <p:nvPr userDrawn="1"/>
        </p:nvSpPr>
        <p:spPr>
          <a:xfrm>
            <a:off x="74081" y="6596295"/>
            <a:ext cx="1558815" cy="138499"/>
          </a:xfrm>
          <a:prstGeom prst="rect">
            <a:avLst/>
          </a:prstGeom>
          <a:noFill/>
        </p:spPr>
        <p:txBody>
          <a:bodyPr wrap="square" lIns="0" tIns="0" rIns="0" bIns="0" rtlCol="0">
            <a:spAutoFit/>
          </a:bodyPr>
          <a:lstStyle/>
          <a:p>
            <a:r>
              <a:rPr lang="en-US" sz="900" b="0" i="0" dirty="0" smtClean="0">
                <a:solidFill>
                  <a:schemeClr val="tx1">
                    <a:lumMod val="65000"/>
                    <a:lumOff val="35000"/>
                  </a:schemeClr>
                </a:solidFill>
                <a:latin typeface="Frutiger Next LT W1G"/>
                <a:cs typeface="Frutiger Next LT W1G"/>
              </a:rPr>
              <a:t>© 2013 Autodesk</a:t>
            </a:r>
            <a:endParaRPr lang="en-US" sz="900" b="0" i="0" dirty="0">
              <a:solidFill>
                <a:schemeClr val="tx1">
                  <a:lumMod val="65000"/>
                  <a:lumOff val="35000"/>
                </a:schemeClr>
              </a:solidFill>
              <a:latin typeface="Frutiger Next LT W1G"/>
              <a:cs typeface="Frutiger Next LT W1G"/>
            </a:endParaRPr>
          </a:p>
        </p:txBody>
      </p:sp>
    </p:spTree>
    <p:extLst>
      <p:ext uri="{BB962C8B-B14F-4D97-AF65-F5344CB8AC3E}">
        <p14:creationId xmlns:p14="http://schemas.microsoft.com/office/powerpoint/2010/main" val="2658609359"/>
      </p:ext>
    </p:extLst>
  </p:cSld>
  <p:clrMapOvr>
    <a:masterClrMapping/>
  </p:clrMapOvr>
  <p:transition/>
  <p:timing>
    <p:tnLst>
      <p:par>
        <p:cTn id="1" dur="indefinite" restart="never" nodeType="tmRoot"/>
      </p:par>
    </p:tnLst>
  </p:timing>
  <p:hf sldNum="0"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4" name="TextBox 3"/>
          <p:cNvSpPr txBox="1"/>
          <p:nvPr/>
        </p:nvSpPr>
        <p:spPr>
          <a:xfrm>
            <a:off x="220961" y="6037116"/>
            <a:ext cx="8772932" cy="692497"/>
          </a:xfrm>
          <a:prstGeom prst="rect">
            <a:avLst/>
          </a:prstGeom>
          <a:noFill/>
        </p:spPr>
        <p:txBody>
          <a:bodyPr wrap="square" lIns="0" tIns="0" rIns="0" bIns="0" rtlCol="0">
            <a:spAutoFit/>
          </a:bodyPr>
          <a:lstStyle/>
          <a:p>
            <a:r>
              <a:rPr lang="en-US" sz="900" b="0" i="0" dirty="0" smtClean="0">
                <a:solidFill>
                  <a:schemeClr val="bg1">
                    <a:lumMod val="65000"/>
                  </a:schemeClr>
                </a:solidFill>
                <a:latin typeface="Frutiger Next LT W1G"/>
                <a:cs typeface="Frutiger Next LT W1G"/>
              </a:rPr>
              <a:t>Autodesk is a registered trademark of Autodesk, Inc., and/or its subsidiaries and/or affiliates in the USA and/or other countries. All other brand names, product names, or trademarks belong to their respective holders. Autodesk reserves the right to alter product and services offerings, and specifications and pricing at any time without notice, and is not responsible for typographical or graphical errors that may appear in this document.</a:t>
            </a:r>
          </a:p>
          <a:p>
            <a:endParaRPr lang="en-US" sz="900" b="0" i="0" dirty="0" smtClean="0">
              <a:solidFill>
                <a:schemeClr val="bg1">
                  <a:lumMod val="65000"/>
                </a:schemeClr>
              </a:solidFill>
              <a:latin typeface="Frutiger Next LT W1G"/>
              <a:cs typeface="Frutiger Next LT W1G"/>
            </a:endParaRPr>
          </a:p>
          <a:p>
            <a:r>
              <a:rPr lang="en-US" sz="900" b="0" i="0" dirty="0" smtClean="0">
                <a:solidFill>
                  <a:schemeClr val="bg1">
                    <a:lumMod val="65000"/>
                  </a:schemeClr>
                </a:solidFill>
                <a:latin typeface="Frutiger Next LT W1G"/>
                <a:cs typeface="Frutiger Next LT W1G"/>
              </a:rPr>
              <a:t>© 2013 Autodesk, Inc. All right</a:t>
            </a:r>
            <a:r>
              <a:rPr lang="en-US" sz="900" b="0" i="0" baseline="0" dirty="0" smtClean="0">
                <a:solidFill>
                  <a:schemeClr val="bg1">
                    <a:lumMod val="65000"/>
                  </a:schemeClr>
                </a:solidFill>
                <a:latin typeface="Frutiger Next LT W1G"/>
                <a:cs typeface="Frutiger Next LT W1G"/>
              </a:rPr>
              <a:t>s reserved.</a:t>
            </a:r>
            <a:endParaRPr lang="en-US" sz="900" b="0" i="0" dirty="0">
              <a:solidFill>
                <a:schemeClr val="bg1">
                  <a:lumMod val="65000"/>
                </a:schemeClr>
              </a:solidFill>
              <a:latin typeface="Frutiger Next LT W1G"/>
              <a:cs typeface="Frutiger Next LT W1G"/>
            </a:endParaRPr>
          </a:p>
        </p:txBody>
      </p:sp>
      <p:pic>
        <p:nvPicPr>
          <p:cNvPr id="6" name="Picture 5" descr="autodesk-logo-rgb-color-logo-black-text-large.png"/>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478612" y="2771429"/>
            <a:ext cx="6178740" cy="1035742"/>
          </a:xfrm>
          <a:prstGeom prst="rect">
            <a:avLst/>
          </a:prstGeom>
        </p:spPr>
      </p:pic>
    </p:spTree>
    <p:extLst>
      <p:ext uri="{BB962C8B-B14F-4D97-AF65-F5344CB8AC3E}">
        <p14:creationId xmlns:p14="http://schemas.microsoft.com/office/powerpoint/2010/main" val="2889972964"/>
      </p:ext>
    </p:extLst>
  </p:cSld>
  <p:clrMapOvr>
    <a:masterClrMapping/>
  </p:clrMapOvr>
  <p:timing>
    <p:tnLst>
      <p:par>
        <p:cTn id="1" dur="indefinite" restart="never" nodeType="tmRoot"/>
      </p:par>
    </p:tnLst>
  </p:timing>
  <p:hf sldNum="0" hd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0">
          <a:gsLst>
            <a:gs pos="0">
              <a:schemeClr val="bg1"/>
            </a:gs>
            <a:gs pos="100000">
              <a:schemeClr val="bg1">
                <a:lumMod val="65000"/>
                <a:alpha val="56000"/>
              </a:schemeClr>
            </a:gs>
            <a:gs pos="55000">
              <a:schemeClr val="bg1">
                <a:lumMod val="95000"/>
              </a:schemeClr>
            </a:gs>
          </a:gsLst>
          <a:path path="circle">
            <a:fillToRect l="50000" t="50000" r="50000" b="50000"/>
          </a:path>
          <a:tileRect/>
        </a:gra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5124512"/>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8" r:id="rId5"/>
    <p:sldLayoutId id="2147483672" r:id="rId6"/>
  </p:sldLayoutIdLst>
  <p:timing>
    <p:tnLst>
      <p:par>
        <p:cTn id="1" dur="indefinite" restart="never" nodeType="tmRoot"/>
      </p:par>
    </p:tnLst>
  </p:timing>
  <p:hf sldNum="0" hdr="0" dt="0"/>
  <p:txStyles>
    <p:titleStyle>
      <a:lvl1pPr algn="l" defTabSz="511960" rtl="0" eaLnBrk="1" latinLnBrk="0" hangingPunct="1">
        <a:spcBef>
          <a:spcPct val="0"/>
        </a:spcBef>
        <a:buNone/>
        <a:defRPr sz="2800" b="1" i="0" kern="1200" baseline="0">
          <a:solidFill>
            <a:srgbClr val="1B58A8"/>
          </a:solidFill>
          <a:latin typeface="Frutiger Next LT W1G"/>
          <a:ea typeface="+mj-ea"/>
          <a:cs typeface="Frutiger Next LT W1G"/>
        </a:defRPr>
      </a:lvl1pPr>
    </p:titleStyle>
    <p:bodyStyle>
      <a:lvl1pPr marL="431961" indent="-431961" algn="l" defTabSz="511960" rtl="0" eaLnBrk="1" latinLnBrk="0" hangingPunct="1">
        <a:spcBef>
          <a:spcPts val="0"/>
        </a:spcBef>
        <a:buFont typeface="Wingdings" charset="2"/>
        <a:buChar char="§"/>
        <a:defRPr sz="2800" b="0" i="0" kern="1200" baseline="0">
          <a:solidFill>
            <a:schemeClr val="tx1"/>
          </a:solidFill>
          <a:latin typeface="Frutiger Next LT W1G"/>
          <a:ea typeface="+mn-ea"/>
          <a:cs typeface="Frutiger Next LT W1G"/>
        </a:defRPr>
      </a:lvl1pPr>
      <a:lvl2pPr marL="831936" indent="-319975" algn="l" defTabSz="511960" rtl="0" eaLnBrk="1" latinLnBrk="0" hangingPunct="1">
        <a:spcBef>
          <a:spcPct val="20000"/>
        </a:spcBef>
        <a:buFont typeface="Wingdings" charset="2"/>
        <a:buChar char="§"/>
        <a:defRPr sz="2300" b="0" i="0" kern="1200">
          <a:solidFill>
            <a:schemeClr val="tx1"/>
          </a:solidFill>
          <a:latin typeface="Frutiger Next LT W1G"/>
          <a:ea typeface="+mn-ea"/>
          <a:cs typeface="Frutiger Next LT W1G"/>
        </a:defRPr>
      </a:lvl2pPr>
      <a:lvl3pPr marL="1279901" indent="-255981" algn="l" defTabSz="511960" rtl="0" eaLnBrk="1" latinLnBrk="0" hangingPunct="1">
        <a:spcBef>
          <a:spcPct val="20000"/>
        </a:spcBef>
        <a:buFont typeface="Wingdings" charset="2"/>
        <a:buChar char="§"/>
        <a:defRPr sz="2000" b="0" i="0" kern="1200">
          <a:solidFill>
            <a:schemeClr val="tx1"/>
          </a:solidFill>
          <a:latin typeface="Frutiger Next LT W1G"/>
          <a:ea typeface="+mn-ea"/>
          <a:cs typeface="Frutiger Next LT W1G"/>
        </a:defRPr>
      </a:lvl3pPr>
      <a:lvl4pPr marL="1791862" indent="-255981" algn="l" defTabSz="511960" rtl="0" eaLnBrk="1" latinLnBrk="0" hangingPunct="1">
        <a:spcBef>
          <a:spcPct val="20000"/>
        </a:spcBef>
        <a:buFont typeface="Wingdings" charset="2"/>
        <a:buChar char="§"/>
        <a:defRPr sz="1700" b="0" i="0" kern="1200">
          <a:solidFill>
            <a:schemeClr val="tx1"/>
          </a:solidFill>
          <a:latin typeface="Frutiger Next LT W1G"/>
          <a:ea typeface="+mn-ea"/>
          <a:cs typeface="Frutiger Next LT W1G"/>
        </a:defRPr>
      </a:lvl4pPr>
      <a:lvl5pPr marL="2303821" indent="-255981" algn="l" defTabSz="511960" rtl="0" eaLnBrk="1" latinLnBrk="0" hangingPunct="1">
        <a:spcBef>
          <a:spcPct val="20000"/>
        </a:spcBef>
        <a:buFont typeface="Wingdings" charset="2"/>
        <a:buChar char="§"/>
        <a:defRPr sz="1500" b="0" i="0" kern="1200">
          <a:solidFill>
            <a:schemeClr val="tx1"/>
          </a:solidFill>
          <a:latin typeface="Frutiger Next LT W1G"/>
          <a:ea typeface="+mn-ea"/>
          <a:cs typeface="Frutiger Next LT W1G"/>
        </a:defRPr>
      </a:lvl5pPr>
      <a:lvl6pPr marL="2815782" indent="-255981" algn="l" defTabSz="511960" rtl="0" eaLnBrk="1" latinLnBrk="0" hangingPunct="1">
        <a:spcBef>
          <a:spcPct val="20000"/>
        </a:spcBef>
        <a:buFont typeface="Arial"/>
        <a:buChar char="•"/>
        <a:defRPr sz="2300" kern="1200">
          <a:solidFill>
            <a:schemeClr val="tx1"/>
          </a:solidFill>
          <a:latin typeface="+mn-lt"/>
          <a:ea typeface="+mn-ea"/>
          <a:cs typeface="+mn-cs"/>
        </a:defRPr>
      </a:lvl6pPr>
      <a:lvl7pPr marL="3327742" indent="-255981" algn="l" defTabSz="511960" rtl="0" eaLnBrk="1" latinLnBrk="0" hangingPunct="1">
        <a:spcBef>
          <a:spcPct val="20000"/>
        </a:spcBef>
        <a:buFont typeface="Arial"/>
        <a:buChar char="•"/>
        <a:defRPr sz="2300" kern="1200">
          <a:solidFill>
            <a:schemeClr val="tx1"/>
          </a:solidFill>
          <a:latin typeface="+mn-lt"/>
          <a:ea typeface="+mn-ea"/>
          <a:cs typeface="+mn-cs"/>
        </a:defRPr>
      </a:lvl7pPr>
      <a:lvl8pPr marL="3839702" indent="-255981" algn="l" defTabSz="511960" rtl="0" eaLnBrk="1" latinLnBrk="0" hangingPunct="1">
        <a:spcBef>
          <a:spcPct val="20000"/>
        </a:spcBef>
        <a:buFont typeface="Arial"/>
        <a:buChar char="•"/>
        <a:defRPr sz="2300" kern="1200">
          <a:solidFill>
            <a:schemeClr val="tx1"/>
          </a:solidFill>
          <a:latin typeface="+mn-lt"/>
          <a:ea typeface="+mn-ea"/>
          <a:cs typeface="+mn-cs"/>
        </a:defRPr>
      </a:lvl8pPr>
      <a:lvl9pPr marL="4351662" indent="-255981" algn="l" defTabSz="511960" rtl="0" eaLnBrk="1" latinLnBrk="0" hangingPunct="1">
        <a:spcBef>
          <a:spcPct val="20000"/>
        </a:spcBef>
        <a:buFont typeface="Arial"/>
        <a:buChar char="•"/>
        <a:defRPr sz="2300" kern="1200">
          <a:solidFill>
            <a:schemeClr val="tx1"/>
          </a:solidFill>
          <a:latin typeface="+mn-lt"/>
          <a:ea typeface="+mn-ea"/>
          <a:cs typeface="+mn-cs"/>
        </a:defRPr>
      </a:lvl9pPr>
    </p:bodyStyle>
    <p:otherStyle>
      <a:defPPr>
        <a:defRPr lang="en-US"/>
      </a:defPPr>
      <a:lvl1pPr marL="0" algn="l" defTabSz="511960" rtl="0" eaLnBrk="1" latinLnBrk="0" hangingPunct="1">
        <a:defRPr sz="2000" kern="1200">
          <a:solidFill>
            <a:schemeClr val="tx1"/>
          </a:solidFill>
          <a:latin typeface="+mn-lt"/>
          <a:ea typeface="+mn-ea"/>
          <a:cs typeface="+mn-cs"/>
        </a:defRPr>
      </a:lvl1pPr>
      <a:lvl2pPr marL="511960" algn="l" defTabSz="511960" rtl="0" eaLnBrk="1" latinLnBrk="0" hangingPunct="1">
        <a:defRPr sz="2000" kern="1200">
          <a:solidFill>
            <a:schemeClr val="tx1"/>
          </a:solidFill>
          <a:latin typeface="+mn-lt"/>
          <a:ea typeface="+mn-ea"/>
          <a:cs typeface="+mn-cs"/>
        </a:defRPr>
      </a:lvl2pPr>
      <a:lvl3pPr marL="1023921" algn="l" defTabSz="511960" rtl="0" eaLnBrk="1" latinLnBrk="0" hangingPunct="1">
        <a:defRPr sz="2000" kern="1200">
          <a:solidFill>
            <a:schemeClr val="tx1"/>
          </a:solidFill>
          <a:latin typeface="+mn-lt"/>
          <a:ea typeface="+mn-ea"/>
          <a:cs typeface="+mn-cs"/>
        </a:defRPr>
      </a:lvl3pPr>
      <a:lvl4pPr marL="1535881" algn="l" defTabSz="511960" rtl="0" eaLnBrk="1" latinLnBrk="0" hangingPunct="1">
        <a:defRPr sz="2000" kern="1200">
          <a:solidFill>
            <a:schemeClr val="tx1"/>
          </a:solidFill>
          <a:latin typeface="+mn-lt"/>
          <a:ea typeface="+mn-ea"/>
          <a:cs typeface="+mn-cs"/>
        </a:defRPr>
      </a:lvl4pPr>
      <a:lvl5pPr marL="2047842" algn="l" defTabSz="511960" rtl="0" eaLnBrk="1" latinLnBrk="0" hangingPunct="1">
        <a:defRPr sz="2000" kern="1200">
          <a:solidFill>
            <a:schemeClr val="tx1"/>
          </a:solidFill>
          <a:latin typeface="+mn-lt"/>
          <a:ea typeface="+mn-ea"/>
          <a:cs typeface="+mn-cs"/>
        </a:defRPr>
      </a:lvl5pPr>
      <a:lvl6pPr marL="2559802" algn="l" defTabSz="511960" rtl="0" eaLnBrk="1" latinLnBrk="0" hangingPunct="1">
        <a:defRPr sz="2000" kern="1200">
          <a:solidFill>
            <a:schemeClr val="tx1"/>
          </a:solidFill>
          <a:latin typeface="+mn-lt"/>
          <a:ea typeface="+mn-ea"/>
          <a:cs typeface="+mn-cs"/>
        </a:defRPr>
      </a:lvl6pPr>
      <a:lvl7pPr marL="3071762" algn="l" defTabSz="511960" rtl="0" eaLnBrk="1" latinLnBrk="0" hangingPunct="1">
        <a:defRPr sz="2000" kern="1200">
          <a:solidFill>
            <a:schemeClr val="tx1"/>
          </a:solidFill>
          <a:latin typeface="+mn-lt"/>
          <a:ea typeface="+mn-ea"/>
          <a:cs typeface="+mn-cs"/>
        </a:defRPr>
      </a:lvl7pPr>
      <a:lvl8pPr marL="3583723" algn="l" defTabSz="511960" rtl="0" eaLnBrk="1" latinLnBrk="0" hangingPunct="1">
        <a:defRPr sz="2000" kern="1200">
          <a:solidFill>
            <a:schemeClr val="tx1"/>
          </a:solidFill>
          <a:latin typeface="+mn-lt"/>
          <a:ea typeface="+mn-ea"/>
          <a:cs typeface="+mn-cs"/>
        </a:defRPr>
      </a:lvl8pPr>
      <a:lvl9pPr marL="4095683" algn="l" defTabSz="511960" rtl="0" eaLnBrk="1" latinLnBrk="0" hangingPunct="1">
        <a:defRPr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stretch>
            <a:fillRect/>
          </a:stretch>
        </a:blipFill>
        <a:effectLst/>
      </p:bgPr>
    </p:bg>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457202" y="2432343"/>
            <a:ext cx="7707084" cy="1205087"/>
          </a:xfrm>
        </p:spPr>
        <p:txBody>
          <a:bodyPr/>
          <a:lstStyle/>
          <a:p>
            <a:r>
              <a:rPr lang="en-US" dirty="0" smtClean="0"/>
              <a:t>Publish Your Revit Apps to </a:t>
            </a:r>
            <a:br>
              <a:rPr lang="en-US" dirty="0" smtClean="0"/>
            </a:br>
            <a:r>
              <a:rPr lang="en-US" dirty="0" smtClean="0"/>
              <a:t>Autodesk Exchange Store </a:t>
            </a:r>
            <a:endParaRPr lang="en-US" baseline="30000" dirty="0" smtClean="0"/>
          </a:p>
        </p:txBody>
      </p:sp>
      <p:sp>
        <p:nvSpPr>
          <p:cNvPr id="3" name="Text Placeholder 2"/>
          <p:cNvSpPr>
            <a:spLocks noGrp="1"/>
          </p:cNvSpPr>
          <p:nvPr>
            <p:ph type="body" sz="quarter" idx="12"/>
          </p:nvPr>
        </p:nvSpPr>
        <p:spPr/>
        <p:txBody>
          <a:bodyPr/>
          <a:lstStyle/>
          <a:p>
            <a:r>
              <a:rPr lang="en-US" dirty="0" smtClean="0"/>
              <a:t>Gopinath Taget</a:t>
            </a:r>
            <a:endParaRPr lang="en-US" dirty="0"/>
          </a:p>
        </p:txBody>
      </p:sp>
      <p:sp>
        <p:nvSpPr>
          <p:cNvPr id="4" name="Text Placeholder 3"/>
          <p:cNvSpPr>
            <a:spLocks noGrp="1"/>
          </p:cNvSpPr>
          <p:nvPr>
            <p:ph type="body" sz="quarter" idx="13"/>
          </p:nvPr>
        </p:nvSpPr>
        <p:spPr/>
        <p:txBody>
          <a:bodyPr/>
          <a:lstStyle/>
          <a:p>
            <a:r>
              <a:rPr lang="en-US" dirty="0" smtClean="0"/>
              <a:t>Autodesk Developer Network</a:t>
            </a:r>
            <a:endParaRPr lang="en-US" dirty="0"/>
          </a:p>
        </p:txBody>
      </p:sp>
      <p:sp>
        <p:nvSpPr>
          <p:cNvPr id="5" name="Text Placeholder 4"/>
          <p:cNvSpPr>
            <a:spLocks noGrp="1"/>
          </p:cNvSpPr>
          <p:nvPr>
            <p:ph type="body" sz="quarter" idx="14"/>
          </p:nvPr>
        </p:nvSpPr>
        <p:spPr/>
        <p:txBody>
          <a:bodyPr/>
          <a:lstStyle/>
          <a:p>
            <a:r>
              <a:rPr lang="en-US" dirty="0" smtClean="0"/>
              <a:t>Autodesk Exchange for Autodesk</a:t>
            </a:r>
            <a:r>
              <a:rPr lang="en-US" baseline="30000" dirty="0" smtClean="0"/>
              <a:t>®</a:t>
            </a:r>
            <a:r>
              <a:rPr lang="en-US" dirty="0" smtClean="0"/>
              <a:t> Revit</a:t>
            </a:r>
            <a:r>
              <a:rPr lang="en-US" baseline="30000" dirty="0" smtClean="0"/>
              <a:t>®  </a:t>
            </a:r>
            <a:endParaRPr lang="en-US" baseline="30000" dirty="0"/>
          </a:p>
        </p:txBody>
      </p:sp>
    </p:spTree>
    <p:extLst>
      <p:ext uri="{BB962C8B-B14F-4D97-AF65-F5344CB8AC3E}">
        <p14:creationId xmlns:p14="http://schemas.microsoft.com/office/powerpoint/2010/main" val="36376215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67200" indent="0">
              <a:buNone/>
            </a:pPr>
            <a:r>
              <a:rPr lang="en-US" dirty="0" smtClean="0"/>
              <a:t>This presentation is about: </a:t>
            </a:r>
          </a:p>
          <a:p>
            <a:r>
              <a:rPr lang="en-US" dirty="0" smtClean="0"/>
              <a:t>How to publish your Revit</a:t>
            </a:r>
            <a:r>
              <a:rPr lang="en-US" baseline="30000" dirty="0" smtClean="0"/>
              <a:t>®</a:t>
            </a:r>
            <a:r>
              <a:rPr lang="en-US" dirty="0" smtClean="0"/>
              <a:t> apps to Autodesk Exchange</a:t>
            </a:r>
          </a:p>
          <a:p>
            <a:endParaRPr lang="en-US" dirty="0"/>
          </a:p>
          <a:p>
            <a:pPr marL="67200" indent="0">
              <a:buNone/>
            </a:pPr>
            <a:r>
              <a:rPr lang="en-US" dirty="0" smtClean="0"/>
              <a:t>This presentation is NOT about: </a:t>
            </a:r>
          </a:p>
          <a:p>
            <a:r>
              <a:rPr lang="en-US" dirty="0" smtClean="0"/>
              <a:t>How to write Revit add-ins</a:t>
            </a:r>
          </a:p>
          <a:p>
            <a:pPr marL="67200" indent="0">
              <a:buNone/>
            </a:pPr>
            <a:endParaRPr lang="en-US" dirty="0"/>
          </a:p>
          <a:p>
            <a:pPr marL="67200" indent="0">
              <a:buNone/>
            </a:pPr>
            <a:r>
              <a:rPr lang="en-US" dirty="0" smtClean="0"/>
              <a:t>We assume you </a:t>
            </a:r>
            <a:r>
              <a:rPr lang="en-US" dirty="0"/>
              <a:t>are familiar with </a:t>
            </a:r>
            <a:r>
              <a:rPr lang="en-US" dirty="0" smtClean="0"/>
              <a:t>Revit API and the .</a:t>
            </a:r>
            <a:r>
              <a:rPr lang="en-US" dirty="0" err="1" smtClean="0"/>
              <a:t>addin</a:t>
            </a:r>
            <a:r>
              <a:rPr lang="en-US" dirty="0" smtClean="0"/>
              <a:t> manifest</a:t>
            </a:r>
            <a:endParaRPr lang="en-US" dirty="0"/>
          </a:p>
        </p:txBody>
      </p:sp>
      <p:sp>
        <p:nvSpPr>
          <p:cNvPr id="3" name="Title 2"/>
          <p:cNvSpPr>
            <a:spLocks noGrp="1"/>
          </p:cNvSpPr>
          <p:nvPr>
            <p:ph type="title"/>
          </p:nvPr>
        </p:nvSpPr>
        <p:spPr/>
        <p:txBody>
          <a:bodyPr/>
          <a:lstStyle/>
          <a:p>
            <a:r>
              <a:rPr lang="en-US" dirty="0" smtClean="0"/>
              <a:t>Goals </a:t>
            </a:r>
            <a:endParaRPr lang="en-US" dirty="0"/>
          </a:p>
        </p:txBody>
      </p:sp>
    </p:spTree>
    <p:extLst>
      <p:ext uri="{BB962C8B-B14F-4D97-AF65-F5344CB8AC3E}">
        <p14:creationId xmlns:p14="http://schemas.microsoft.com/office/powerpoint/2010/main" val="38221955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smtClean="0"/>
              <a:t>Autodesk Exchange for Revit: Store Overview </a:t>
            </a:r>
          </a:p>
          <a:p>
            <a:r>
              <a:rPr lang="en-US" dirty="0" smtClean="0"/>
              <a:t>Preparing Apps for Store: Guidelines</a:t>
            </a:r>
          </a:p>
          <a:p>
            <a:r>
              <a:rPr lang="en-US" dirty="0" smtClean="0"/>
              <a:t>Information Needed for Submitting App</a:t>
            </a:r>
          </a:p>
          <a:p>
            <a:r>
              <a:rPr lang="en-US" dirty="0" smtClean="0"/>
              <a:t>Submission Process </a:t>
            </a:r>
            <a:endParaRPr lang="en-US" dirty="0"/>
          </a:p>
          <a:p>
            <a:r>
              <a:rPr lang="en-US" dirty="0" smtClean="0"/>
              <a:t>Publishing 2013 Apps</a:t>
            </a:r>
          </a:p>
          <a:p>
            <a:r>
              <a:rPr lang="en-US" dirty="0" smtClean="0"/>
              <a:t>FAQ </a:t>
            </a:r>
          </a:p>
          <a:p>
            <a:r>
              <a:rPr lang="en-US" dirty="0" smtClean="0"/>
              <a:t>Summary </a:t>
            </a:r>
          </a:p>
          <a:p>
            <a:r>
              <a:rPr lang="en-US" dirty="0" smtClean="0"/>
              <a:t>References</a:t>
            </a:r>
            <a:endParaRPr lang="en-US" dirty="0"/>
          </a:p>
        </p:txBody>
      </p:sp>
      <p:sp>
        <p:nvSpPr>
          <p:cNvPr id="3" name="Title 2"/>
          <p:cNvSpPr>
            <a:spLocks noGrp="1"/>
          </p:cNvSpPr>
          <p:nvPr>
            <p:ph type="title"/>
          </p:nvPr>
        </p:nvSpPr>
        <p:spPr/>
        <p:txBody>
          <a:bodyPr/>
          <a:lstStyle/>
          <a:p>
            <a:r>
              <a:rPr lang="en-US" dirty="0" smtClean="0"/>
              <a:t>Agenda</a:t>
            </a:r>
            <a:endParaRPr lang="en-US" dirty="0"/>
          </a:p>
        </p:txBody>
      </p:sp>
    </p:spTree>
    <p:extLst>
      <p:ext uri="{BB962C8B-B14F-4D97-AF65-F5344CB8AC3E}">
        <p14:creationId xmlns:p14="http://schemas.microsoft.com/office/powerpoint/2010/main" val="86533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086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theme/theme1.xml><?xml version="1.0" encoding="utf-8"?>
<a:theme xmlns:a="http://schemas.openxmlformats.org/drawingml/2006/main" name="Autodesk Theme">
  <a:themeElements>
    <a:clrScheme name="Autodesk colors">
      <a:dk1>
        <a:srgbClr val="000000"/>
      </a:dk1>
      <a:lt1>
        <a:srgbClr val="FFFFFF"/>
      </a:lt1>
      <a:dk2>
        <a:srgbClr val="000000"/>
      </a:dk2>
      <a:lt2>
        <a:srgbClr val="FFFFFF"/>
      </a:lt2>
      <a:accent1>
        <a:srgbClr val="FFCC00"/>
      </a:accent1>
      <a:accent2>
        <a:srgbClr val="87BC40"/>
      </a:accent2>
      <a:accent3>
        <a:srgbClr val="32BCAD"/>
      </a:accent3>
      <a:accent4>
        <a:srgbClr val="0696D7"/>
      </a:accent4>
      <a:accent5>
        <a:srgbClr val="007272"/>
      </a:accent5>
      <a:accent6>
        <a:srgbClr val="1858A8"/>
      </a:accent6>
      <a:hlink>
        <a:srgbClr val="007272"/>
      </a:hlink>
      <a:folHlink>
        <a:srgbClr val="007272"/>
      </a:folHlink>
    </a:clrScheme>
    <a:fontScheme name="Custom 1">
      <a:majorFont>
        <a:latin typeface="Frutiger Next LT W1G"/>
        <a:ea typeface=""/>
        <a:cs typeface=""/>
      </a:majorFont>
      <a:minorFont>
        <a:latin typeface="Frutiger Next LT W1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B67D18A920FC34E89379B9056E5C96B" ma:contentTypeVersion="14" ma:contentTypeDescription="Create a new document." ma:contentTypeScope="" ma:versionID="be707e33ddd7bcc8bacbc23335b141d0">
  <xsd:schema xmlns:xsd="http://www.w3.org/2001/XMLSchema" xmlns:xs="http://www.w3.org/2001/XMLSchema" xmlns:p="http://schemas.microsoft.com/office/2006/metadata/properties" xmlns:ns2="53f21e63-0826-477d-b1b7-3db21182227b" xmlns:ns3="c7e0f0b7-7208-4c92-93d6-598a3e945dff" targetNamespace="http://schemas.microsoft.com/office/2006/metadata/properties" ma:root="true" ma:fieldsID="b504e9fee24a4a4ff760916c7e032d52" ns2:_="" ns3:_="">
    <xsd:import namespace="53f21e63-0826-477d-b1b7-3db21182227b"/>
    <xsd:import namespace="c7e0f0b7-7208-4c92-93d6-598a3e945df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3f21e63-0826-477d-b1b7-3db21182227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Location" ma:index="14" nillable="true" ma:displayName="Location" ma:indexed="true" ma:internalName="MediaServiceLocatio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f3486984-7067-43be-b043-3c90f94ef9b2"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e0f0b7-7208-4c92-93d6-598a3e945dff"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c8ee30ba-fb0b-4ac6-930f-2974a256cfa8}" ma:internalName="TaxCatchAll" ma:showField="CatchAllData" ma:web="c7e0f0b7-7208-4c92-93d6-598a3e945df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3f21e63-0826-477d-b1b7-3db21182227b">
      <Terms xmlns="http://schemas.microsoft.com/office/infopath/2007/PartnerControls"/>
    </lcf76f155ced4ddcb4097134ff3c332f>
    <TaxCatchAll xmlns="c7e0f0b7-7208-4c92-93d6-598a3e945dff" xsi:nil="true"/>
  </documentManagement>
</p:properties>
</file>

<file path=customXml/itemProps1.xml><?xml version="1.0" encoding="utf-8"?>
<ds:datastoreItem xmlns:ds="http://schemas.openxmlformats.org/officeDocument/2006/customXml" ds:itemID="{05BFFBBB-0D67-498F-B9D8-9515F126D2FD}"/>
</file>

<file path=customXml/itemProps2.xml><?xml version="1.0" encoding="utf-8"?>
<ds:datastoreItem xmlns:ds="http://schemas.openxmlformats.org/officeDocument/2006/customXml" ds:itemID="{257C3287-5844-422C-BAAE-F6449617F0AA}"/>
</file>

<file path=customXml/itemProps3.xml><?xml version="1.0" encoding="utf-8"?>
<ds:datastoreItem xmlns:ds="http://schemas.openxmlformats.org/officeDocument/2006/customXml" ds:itemID="{6346CFD3-EEB4-4251-85FB-9C301E19D77A}"/>
</file>

<file path=docProps/app.xml><?xml version="1.0" encoding="utf-8"?>
<Properties xmlns="http://schemas.openxmlformats.org/officeDocument/2006/extended-properties" xmlns:vt="http://schemas.openxmlformats.org/officeDocument/2006/docPropsVTypes">
  <Template>ADSK_COV_Q2FY14 4x3</Template>
  <TotalTime>10422</TotalTime>
  <Words>287</Words>
  <Application>Microsoft Office PowerPoint</Application>
  <PresentationFormat>Letter Paper (8.5x11 in)</PresentationFormat>
  <Paragraphs>38</Paragraphs>
  <Slides>4</Slides>
  <Notes>4</Notes>
  <HiddenSlides>0</HiddenSlides>
  <MMClips>0</MMClips>
  <ScaleCrop>false</ScaleCrop>
  <HeadingPairs>
    <vt:vector size="4" baseType="variant">
      <vt:variant>
        <vt:lpstr>Theme</vt:lpstr>
      </vt:variant>
      <vt:variant>
        <vt:i4>1</vt:i4>
      </vt:variant>
      <vt:variant>
        <vt:lpstr>Slide Titles</vt:lpstr>
      </vt:variant>
      <vt:variant>
        <vt:i4>4</vt:i4>
      </vt:variant>
    </vt:vector>
  </HeadingPairs>
  <TitlesOfParts>
    <vt:vector size="5" baseType="lpstr">
      <vt:lpstr>Autodesk Theme</vt:lpstr>
      <vt:lpstr>PowerPoint Presentation</vt:lpstr>
      <vt:lpstr>Goals </vt:lpstr>
      <vt:lpstr>Agenda</vt:lpstr>
      <vt:lpstr>PowerPoint Presentation</vt:lpstr>
    </vt:vector>
  </TitlesOfParts>
  <Company>Autodesk</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Pasquale Volpintesta</dc:creator>
  <cp:lastModifiedBy>Mikako Harada</cp:lastModifiedBy>
  <cp:revision>629</cp:revision>
  <cp:lastPrinted>2013-07-31T17:22:49Z</cp:lastPrinted>
  <dcterms:created xsi:type="dcterms:W3CDTF">2012-10-19T15:38:24Z</dcterms:created>
  <dcterms:modified xsi:type="dcterms:W3CDTF">2013-08-12T20:45:40Z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0x010100BB67D18A920FC34E89379B9056E5C96B</vt:lpwstr>
  </property>
</Properties>
</file>