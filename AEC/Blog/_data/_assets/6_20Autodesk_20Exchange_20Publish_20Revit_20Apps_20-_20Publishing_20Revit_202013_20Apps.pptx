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s/slide3.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2.xml" ContentType="application/vnd.openxmlformats-officedocument.presentationml.notesSlide+xml"/>
  <Override PartName="/ppt/notesSlides/notesSlide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6.xml" ContentType="application/vnd.openxmlformats-officedocument.presentationml.slideLayout+xml"/>
  <Override PartName="/ppt/slideLayouts/slideLayout5.xml" ContentType="application/vnd.openxmlformats-officedocument.presentationml.slideLayout+xml"/>
  <Override PartName="/ppt/slideLayouts/slideLayout3.xml" ContentType="application/vnd.openxmlformats-officedocument.presentationml.slideLayout+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theme/theme1.xml" ContentType="application/vnd.openxmlformats-officedocument.theme+xml"/>
  <Override PartName="/ppt/theme/theme3.xml" ContentType="application/vnd.openxmlformats-officedocument.theme+xml"/>
  <Override PartName="/ppt/theme/theme2.xml" ContentType="application/vnd.openxmlformats-officedocument.theme+xml"/>
  <Override PartName="/ppt/tableStyles.xml" ContentType="application/vnd.openxmlformats-officedocument.presentationml.tableStyles+xml"/>
  <Override PartName="/ppt/viewProps.xml" ContentType="application/vnd.openxmlformats-officedocument.presentationml.viewProps+xml"/>
  <Override PartName="/ppt/presProps.xml" ContentType="application/vnd.openxmlformats-officedocument.presentationml.presProps+xml"/>
  <Override PartName="/docProps/core.xml" ContentType="application/vnd.openxmlformats-package.core-properties+xml"/>
  <Override PartName="/docProps/app.xml" ContentType="application/vnd.openxmlformats-officedocument.extended-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7" r:id="rId1"/>
  </p:sldMasterIdLst>
  <p:notesMasterIdLst>
    <p:notesMasterId r:id="rId7"/>
  </p:notesMasterIdLst>
  <p:handoutMasterIdLst>
    <p:handoutMasterId r:id="rId8"/>
  </p:handoutMasterIdLst>
  <p:sldIdLst>
    <p:sldId id="353" r:id="rId2"/>
    <p:sldId id="356" r:id="rId3"/>
    <p:sldId id="354" r:id="rId4"/>
    <p:sldId id="355" r:id="rId5"/>
    <p:sldId id="325" r:id="rId6"/>
  </p:sldIdLst>
  <p:sldSz cx="9144000" cy="6858000" type="letter"/>
  <p:notesSz cx="7010400" cy="9296400"/>
  <p:defaultTextStyle>
    <a:defPPr>
      <a:defRPr lang="en-US"/>
    </a:defPPr>
    <a:lvl1pPr marL="0" algn="l" defTabSz="571211" rtl="0" eaLnBrk="1" latinLnBrk="0" hangingPunct="1">
      <a:defRPr sz="2200" kern="1200">
        <a:solidFill>
          <a:schemeClr val="tx1"/>
        </a:solidFill>
        <a:latin typeface="+mn-lt"/>
        <a:ea typeface="+mn-ea"/>
        <a:cs typeface="+mn-cs"/>
      </a:defRPr>
    </a:lvl1pPr>
    <a:lvl2pPr marL="571211" algn="l" defTabSz="571211" rtl="0" eaLnBrk="1" latinLnBrk="0" hangingPunct="1">
      <a:defRPr sz="2200" kern="1200">
        <a:solidFill>
          <a:schemeClr val="tx1"/>
        </a:solidFill>
        <a:latin typeface="+mn-lt"/>
        <a:ea typeface="+mn-ea"/>
        <a:cs typeface="+mn-cs"/>
      </a:defRPr>
    </a:lvl2pPr>
    <a:lvl3pPr marL="1142422" algn="l" defTabSz="571211" rtl="0" eaLnBrk="1" latinLnBrk="0" hangingPunct="1">
      <a:defRPr sz="2200" kern="1200">
        <a:solidFill>
          <a:schemeClr val="tx1"/>
        </a:solidFill>
        <a:latin typeface="+mn-lt"/>
        <a:ea typeface="+mn-ea"/>
        <a:cs typeface="+mn-cs"/>
      </a:defRPr>
    </a:lvl3pPr>
    <a:lvl4pPr marL="1713633" algn="l" defTabSz="571211" rtl="0" eaLnBrk="1" latinLnBrk="0" hangingPunct="1">
      <a:defRPr sz="2200" kern="1200">
        <a:solidFill>
          <a:schemeClr val="tx1"/>
        </a:solidFill>
        <a:latin typeface="+mn-lt"/>
        <a:ea typeface="+mn-ea"/>
        <a:cs typeface="+mn-cs"/>
      </a:defRPr>
    </a:lvl4pPr>
    <a:lvl5pPr marL="2284844" algn="l" defTabSz="571211" rtl="0" eaLnBrk="1" latinLnBrk="0" hangingPunct="1">
      <a:defRPr sz="2200" kern="1200">
        <a:solidFill>
          <a:schemeClr val="tx1"/>
        </a:solidFill>
        <a:latin typeface="+mn-lt"/>
        <a:ea typeface="+mn-ea"/>
        <a:cs typeface="+mn-cs"/>
      </a:defRPr>
    </a:lvl5pPr>
    <a:lvl6pPr marL="2856055" algn="l" defTabSz="571211" rtl="0" eaLnBrk="1" latinLnBrk="0" hangingPunct="1">
      <a:defRPr sz="2200" kern="1200">
        <a:solidFill>
          <a:schemeClr val="tx1"/>
        </a:solidFill>
        <a:latin typeface="+mn-lt"/>
        <a:ea typeface="+mn-ea"/>
        <a:cs typeface="+mn-cs"/>
      </a:defRPr>
    </a:lvl6pPr>
    <a:lvl7pPr marL="3427265" algn="l" defTabSz="571211" rtl="0" eaLnBrk="1" latinLnBrk="0" hangingPunct="1">
      <a:defRPr sz="2200" kern="1200">
        <a:solidFill>
          <a:schemeClr val="tx1"/>
        </a:solidFill>
        <a:latin typeface="+mn-lt"/>
        <a:ea typeface="+mn-ea"/>
        <a:cs typeface="+mn-cs"/>
      </a:defRPr>
    </a:lvl7pPr>
    <a:lvl8pPr marL="3998477" algn="l" defTabSz="571211" rtl="0" eaLnBrk="1" latinLnBrk="0" hangingPunct="1">
      <a:defRPr sz="2200" kern="1200">
        <a:solidFill>
          <a:schemeClr val="tx1"/>
        </a:solidFill>
        <a:latin typeface="+mn-lt"/>
        <a:ea typeface="+mn-ea"/>
        <a:cs typeface="+mn-cs"/>
      </a:defRPr>
    </a:lvl8pPr>
    <a:lvl9pPr marL="4569687" algn="l" defTabSz="571211" rtl="0" eaLnBrk="1" latinLnBrk="0" hangingPunct="1">
      <a:defRPr sz="22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Mikako Harada" initials="MH" lastIdx="7" clrIdx="0"/>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B7D88C"/>
    <a:srgbClr val="FFFFCC"/>
    <a:srgbClr val="000000"/>
    <a:srgbClr val="FFF5CC"/>
    <a:srgbClr val="FFFF00"/>
    <a:srgbClr val="FFCC00"/>
    <a:srgbClr val="005E30"/>
    <a:srgbClr val="1858A8"/>
    <a:srgbClr val="FFFFFF"/>
    <a:srgbClr val="FF33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aximized">
    <p:restoredLeft sz="9770" autoAdjust="0"/>
    <p:restoredTop sz="66468" autoAdjust="0"/>
  </p:normalViewPr>
  <p:slideViewPr>
    <p:cSldViewPr snapToGrid="0" snapToObjects="1">
      <p:cViewPr varScale="1">
        <p:scale>
          <a:sx n="73" d="100"/>
          <a:sy n="73" d="100"/>
        </p:scale>
        <p:origin x="-2640" y="-90"/>
      </p:cViewPr>
      <p:guideLst>
        <p:guide orient="horz" pos="407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handoutMaster" Target="handoutMasters/handoutMaster1.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notesMaster" Target="notesMasters/notesMaster1.xml"/><Relationship Id="rId12"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customXml" Target="../customXml/item3.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customXml" Target="../customXml/item2.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commentAuthors" Target="commentAuthors.xml"/><Relationship Id="rId14" Type="http://schemas.openxmlformats.org/officeDocument/2006/relationships/customXml" Target="../customXml/item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387C2776-B9DD-1946-9831-785CA23AC1F1}" type="datetime1">
              <a:rPr lang="en-US" smtClean="0"/>
              <a:t>8/12/2013</a:t>
            </a:fld>
            <a:endParaRPr lang="en-US" dirty="0"/>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dirty="0"/>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58ECB827-1CCB-B349-98A7-AAC485CBB65F}" type="slidenum">
              <a:rPr lang="en-US" smtClean="0"/>
              <a:t>‹#›</a:t>
            </a:fld>
            <a:endParaRPr lang="en-US" dirty="0"/>
          </a:p>
        </p:txBody>
      </p:sp>
    </p:spTree>
    <p:extLst>
      <p:ext uri="{BB962C8B-B14F-4D97-AF65-F5344CB8AC3E}">
        <p14:creationId xmlns:p14="http://schemas.microsoft.com/office/powerpoint/2010/main" val="343552177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13A1C7DD-7A43-8947-A922-8561F0BA9BCC}" type="datetime1">
              <a:rPr lang="en-US" smtClean="0"/>
              <a:t>8/12/2013</a:t>
            </a:fld>
            <a:endParaRPr lang="en-US" dirty="0"/>
          </a:p>
        </p:txBody>
      </p:sp>
      <p:sp>
        <p:nvSpPr>
          <p:cNvPr id="4" name="Slide Image Placeholder 3"/>
          <p:cNvSpPr>
            <a:spLocks noGrp="1" noRot="1" noChangeAspect="1"/>
          </p:cNvSpPr>
          <p:nvPr>
            <p:ph type="sldImg" idx="2"/>
          </p:nvPr>
        </p:nvSpPr>
        <p:spPr>
          <a:xfrm>
            <a:off x="1181100" y="696913"/>
            <a:ext cx="4648200" cy="3486150"/>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dirty="0"/>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3E9330B-B1DA-214B-A229-0CB8492B91A5}" type="slidenum">
              <a:rPr lang="en-US" smtClean="0"/>
              <a:t>‹#›</a:t>
            </a:fld>
            <a:endParaRPr lang="en-US" dirty="0"/>
          </a:p>
        </p:txBody>
      </p:sp>
    </p:spTree>
    <p:extLst>
      <p:ext uri="{BB962C8B-B14F-4D97-AF65-F5344CB8AC3E}">
        <p14:creationId xmlns:p14="http://schemas.microsoft.com/office/powerpoint/2010/main" val="726771065"/>
      </p:ext>
    </p:extLst>
  </p:cSld>
  <p:clrMap bg1="lt1" tx1="dk1" bg2="lt2" tx2="dk2" accent1="accent1" accent2="accent2" accent3="accent3" accent4="accent4" accent5="accent5" accent6="accent6" hlink="hlink" folHlink="folHlink"/>
  <p:hf hdr="0" ftr="0" dt="0"/>
  <p:notesStyle>
    <a:lvl1pPr marL="0" algn="l" defTabSz="571211" rtl="0" eaLnBrk="1" latinLnBrk="0" hangingPunct="1">
      <a:defRPr sz="1500" kern="1200">
        <a:solidFill>
          <a:schemeClr val="tx1"/>
        </a:solidFill>
        <a:latin typeface="+mn-lt"/>
        <a:ea typeface="+mn-ea"/>
        <a:cs typeface="+mn-cs"/>
      </a:defRPr>
    </a:lvl1pPr>
    <a:lvl2pPr marL="571211" algn="l" defTabSz="571211" rtl="0" eaLnBrk="1" latinLnBrk="0" hangingPunct="1">
      <a:defRPr sz="1500" kern="1200">
        <a:solidFill>
          <a:schemeClr val="tx1"/>
        </a:solidFill>
        <a:latin typeface="+mn-lt"/>
        <a:ea typeface="+mn-ea"/>
        <a:cs typeface="+mn-cs"/>
      </a:defRPr>
    </a:lvl2pPr>
    <a:lvl3pPr marL="1142422" algn="l" defTabSz="571211" rtl="0" eaLnBrk="1" latinLnBrk="0" hangingPunct="1">
      <a:defRPr sz="1500" kern="1200">
        <a:solidFill>
          <a:schemeClr val="tx1"/>
        </a:solidFill>
        <a:latin typeface="+mn-lt"/>
        <a:ea typeface="+mn-ea"/>
        <a:cs typeface="+mn-cs"/>
      </a:defRPr>
    </a:lvl3pPr>
    <a:lvl4pPr marL="1713633" algn="l" defTabSz="571211" rtl="0" eaLnBrk="1" latinLnBrk="0" hangingPunct="1">
      <a:defRPr sz="1500" kern="1200">
        <a:solidFill>
          <a:schemeClr val="tx1"/>
        </a:solidFill>
        <a:latin typeface="+mn-lt"/>
        <a:ea typeface="+mn-ea"/>
        <a:cs typeface="+mn-cs"/>
      </a:defRPr>
    </a:lvl4pPr>
    <a:lvl5pPr marL="2284844" algn="l" defTabSz="571211" rtl="0" eaLnBrk="1" latinLnBrk="0" hangingPunct="1">
      <a:defRPr sz="1500" kern="1200">
        <a:solidFill>
          <a:schemeClr val="tx1"/>
        </a:solidFill>
        <a:latin typeface="+mn-lt"/>
        <a:ea typeface="+mn-ea"/>
        <a:cs typeface="+mn-cs"/>
      </a:defRPr>
    </a:lvl5pPr>
    <a:lvl6pPr marL="2856055" algn="l" defTabSz="571211" rtl="0" eaLnBrk="1" latinLnBrk="0" hangingPunct="1">
      <a:defRPr sz="1500" kern="1200">
        <a:solidFill>
          <a:schemeClr val="tx1"/>
        </a:solidFill>
        <a:latin typeface="+mn-lt"/>
        <a:ea typeface="+mn-ea"/>
        <a:cs typeface="+mn-cs"/>
      </a:defRPr>
    </a:lvl6pPr>
    <a:lvl7pPr marL="3427265" algn="l" defTabSz="571211" rtl="0" eaLnBrk="1" latinLnBrk="0" hangingPunct="1">
      <a:defRPr sz="1500" kern="1200">
        <a:solidFill>
          <a:schemeClr val="tx1"/>
        </a:solidFill>
        <a:latin typeface="+mn-lt"/>
        <a:ea typeface="+mn-ea"/>
        <a:cs typeface="+mn-cs"/>
      </a:defRPr>
    </a:lvl7pPr>
    <a:lvl8pPr marL="3998477" algn="l" defTabSz="571211" rtl="0" eaLnBrk="1" latinLnBrk="0" hangingPunct="1">
      <a:defRPr sz="1500" kern="1200">
        <a:solidFill>
          <a:schemeClr val="tx1"/>
        </a:solidFill>
        <a:latin typeface="+mn-lt"/>
        <a:ea typeface="+mn-ea"/>
        <a:cs typeface="+mn-cs"/>
      </a:defRPr>
    </a:lvl8pPr>
    <a:lvl9pPr marL="4569687" algn="l" defTabSz="571211" rtl="0" eaLnBrk="1" latinLnBrk="0" hangingPunct="1">
      <a:defRPr sz="15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Now I would like to talk about special considerations for Revit 2013 Apps.</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1</a:t>
            </a:fld>
            <a:endParaRPr lang="en-US" dirty="0"/>
          </a:p>
        </p:txBody>
      </p:sp>
    </p:spTree>
    <p:extLst>
      <p:ext uri="{BB962C8B-B14F-4D97-AF65-F5344CB8AC3E}">
        <p14:creationId xmlns:p14="http://schemas.microsoft.com/office/powerpoint/2010/main" val="21560709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Tx/>
              <a:buChar char="-"/>
            </a:pPr>
            <a:r>
              <a:rPr lang="en-US" dirty="0" smtClean="0"/>
              <a:t>Support</a:t>
            </a:r>
            <a:r>
              <a:rPr lang="en-US" baseline="0" dirty="0" smtClean="0"/>
              <a:t> for common store location was introduced since Revit 2014.  Prior to 2014 release, </a:t>
            </a:r>
            <a:r>
              <a:rPr lang="en-US" dirty="0" smtClean="0"/>
              <a:t>Revit does not support the package contents.xml</a:t>
            </a:r>
            <a:r>
              <a:rPr lang="en-US" baseline="0" dirty="0" smtClean="0"/>
              <a:t> file. </a:t>
            </a:r>
          </a:p>
          <a:p>
            <a:pPr marL="285750" indent="-285750">
              <a:buFontTx/>
              <a:buChar char="-"/>
            </a:pPr>
            <a:r>
              <a:rPr lang="en-US" baseline="0" dirty="0" smtClean="0"/>
              <a:t>As a transitional period, </a:t>
            </a:r>
            <a:r>
              <a:rPr lang="en-US" baseline="0" dirty="0" err="1" smtClean="0"/>
              <a:t>revit</a:t>
            </a:r>
            <a:r>
              <a:rPr lang="en-US" baseline="0" dirty="0" smtClean="0"/>
              <a:t> 2013 requires that the application bundle folders be available in the traditional </a:t>
            </a:r>
            <a:r>
              <a:rPr lang="en-US" baseline="0" dirty="0" err="1" smtClean="0"/>
              <a:t>addins</a:t>
            </a:r>
            <a:r>
              <a:rPr lang="en-US" baseline="0" dirty="0" smtClean="0"/>
              <a:t> folder that Revit 2013 uses for its apps</a:t>
            </a:r>
          </a:p>
          <a:p>
            <a:pPr marL="285750" indent="-285750">
              <a:buFontTx/>
              <a:buChar char="-"/>
            </a:pPr>
            <a:r>
              <a:rPr lang="en-US" baseline="0" dirty="0" smtClean="0"/>
              <a:t>Another requirement is that the </a:t>
            </a:r>
            <a:r>
              <a:rPr lang="en-US" baseline="0" dirty="0" err="1" smtClean="0"/>
              <a:t>addin</a:t>
            </a:r>
            <a:r>
              <a:rPr lang="en-US" baseline="0" dirty="0" smtClean="0"/>
              <a:t> manifest file for the app be placed outside the bundle folder at the same level as the bundle folder.</a:t>
            </a:r>
          </a:p>
          <a:p>
            <a:pPr marL="285750" indent="-285750">
              <a:buFontTx/>
              <a:buChar char="-"/>
            </a:pPr>
            <a:r>
              <a:rPr lang="en-US" baseline="0" dirty="0" smtClean="0"/>
              <a:t>That means both the bundle folder and the </a:t>
            </a:r>
            <a:r>
              <a:rPr lang="en-US" baseline="0" dirty="0" err="1" smtClean="0"/>
              <a:t>addin</a:t>
            </a:r>
            <a:r>
              <a:rPr lang="en-US" baseline="0" dirty="0" smtClean="0"/>
              <a:t> </a:t>
            </a:r>
            <a:r>
              <a:rPr lang="en-US" baseline="0" dirty="0" err="1" smtClean="0"/>
              <a:t>manifes</a:t>
            </a:r>
            <a:r>
              <a:rPr lang="en-US" baseline="0" dirty="0" smtClean="0"/>
              <a:t> file are placed in the traditional </a:t>
            </a:r>
            <a:r>
              <a:rPr lang="en-US" baseline="0" dirty="0" err="1" smtClean="0"/>
              <a:t>addins</a:t>
            </a:r>
            <a:r>
              <a:rPr lang="en-US" baseline="0" dirty="0" smtClean="0"/>
              <a:t> folder at the same folder level.</a:t>
            </a:r>
          </a:p>
          <a:p>
            <a:pPr marL="285750" indent="-285750">
              <a:buFontTx/>
              <a:buChar char="-"/>
            </a:pPr>
            <a:r>
              <a:rPr lang="en-US" baseline="0" dirty="0" smtClean="0"/>
              <a:t>Here is an example of how it looks</a:t>
            </a:r>
          </a:p>
          <a:p>
            <a:pPr marL="285750" indent="-285750">
              <a:buFontTx/>
              <a:buChar char="-"/>
            </a:pPr>
            <a:r>
              <a:rPr lang="en-US" baseline="0" dirty="0" smtClean="0"/>
              <a:t>You can see that the </a:t>
            </a:r>
            <a:r>
              <a:rPr lang="en-US" baseline="0" dirty="0" err="1" smtClean="0"/>
              <a:t>addin</a:t>
            </a:r>
            <a:r>
              <a:rPr lang="en-US" baseline="0" dirty="0" smtClean="0"/>
              <a:t> manifest file and the bundle folder are at the same folder level.</a:t>
            </a:r>
          </a:p>
          <a:p>
            <a:pPr marL="285750" indent="-285750">
              <a:buFontTx/>
              <a:buChar char="-"/>
            </a:pPr>
            <a:r>
              <a:rPr lang="en-US" baseline="0" dirty="0" smtClean="0"/>
              <a:t>One point to remember is that the </a:t>
            </a:r>
            <a:r>
              <a:rPr lang="en-US" baseline="0" dirty="0" err="1" smtClean="0"/>
              <a:t>addin</a:t>
            </a:r>
            <a:r>
              <a:rPr lang="en-US" baseline="0" dirty="0" smtClean="0"/>
              <a:t> file contains the relative path to the app DLL inside the bundle folder.</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2</a:t>
            </a:fld>
            <a:endParaRPr lang="en-US" dirty="0"/>
          </a:p>
        </p:txBody>
      </p:sp>
    </p:spTree>
    <p:extLst>
      <p:ext uri="{BB962C8B-B14F-4D97-AF65-F5344CB8AC3E}">
        <p14:creationId xmlns:p14="http://schemas.microsoft.com/office/powerpoint/2010/main" val="24575412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Tx/>
              <a:buChar char="-"/>
            </a:pPr>
            <a:r>
              <a:rPr lang="en-US" dirty="0" smtClean="0"/>
              <a:t>Here</a:t>
            </a:r>
            <a:r>
              <a:rPr lang="en-US" baseline="0" dirty="0" smtClean="0"/>
              <a:t> is a snapshot of the bundle structure for a 2013 app.</a:t>
            </a:r>
          </a:p>
          <a:p>
            <a:pPr marL="285750" indent="-285750">
              <a:buFontTx/>
              <a:buChar char="-"/>
            </a:pPr>
            <a:r>
              <a:rPr lang="en-US" baseline="0" dirty="0" smtClean="0"/>
              <a:t>The bundle folder contains all the app files and support files as usual</a:t>
            </a:r>
          </a:p>
          <a:p>
            <a:pPr marL="285750" indent="-285750">
              <a:buFontTx/>
              <a:buChar char="-"/>
            </a:pPr>
            <a:r>
              <a:rPr lang="en-US" baseline="0" dirty="0" smtClean="0"/>
              <a:t>It also contains the PackageContents.xml and a copy of the </a:t>
            </a:r>
            <a:r>
              <a:rPr lang="en-US" baseline="0" dirty="0" err="1" smtClean="0"/>
              <a:t>addin</a:t>
            </a:r>
            <a:r>
              <a:rPr lang="en-US" baseline="0" dirty="0" smtClean="0"/>
              <a:t> manifest file inside the bundle folder even though they are not used by Revit 2013</a:t>
            </a:r>
          </a:p>
          <a:p>
            <a:pPr marL="285750" indent="-285750">
              <a:buFontTx/>
              <a:buChar char="-"/>
            </a:pPr>
            <a:r>
              <a:rPr lang="en-US" baseline="0" dirty="0" smtClean="0"/>
              <a:t>This is for conformity with the other app store apps</a:t>
            </a:r>
          </a:p>
          <a:p>
            <a:pPr marL="285750" indent="-285750">
              <a:buFontTx/>
              <a:buChar char="-"/>
            </a:pPr>
            <a:r>
              <a:rPr lang="en-US" baseline="0" dirty="0" smtClean="0"/>
              <a:t>However, the true </a:t>
            </a:r>
            <a:r>
              <a:rPr lang="en-US" baseline="0" dirty="0" err="1" smtClean="0"/>
              <a:t>addin</a:t>
            </a:r>
            <a:r>
              <a:rPr lang="en-US" baseline="0" dirty="0" smtClean="0"/>
              <a:t> manifest file is placed outside the bundle folder.</a:t>
            </a:r>
          </a:p>
          <a:p>
            <a:pPr marL="285750" indent="-285750">
              <a:buFontTx/>
              <a:buChar char="-"/>
            </a:pPr>
            <a:endParaRPr lang="en-US" baseline="0" dirty="0" smtClean="0"/>
          </a:p>
          <a:p>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3</a:t>
            </a:fld>
            <a:endParaRPr lang="en-US" dirty="0"/>
          </a:p>
        </p:txBody>
      </p:sp>
    </p:spTree>
    <p:extLst>
      <p:ext uri="{BB962C8B-B14F-4D97-AF65-F5344CB8AC3E}">
        <p14:creationId xmlns:p14="http://schemas.microsoft.com/office/powerpoint/2010/main" val="32620770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If</a:t>
            </a:r>
            <a:r>
              <a:rPr lang="en-US" baseline="0" dirty="0" smtClean="0"/>
              <a:t> you have multiple versions of your app that includes a 2013 version, you will still have to organize your app versions into a single bundle folder as mentioned previously.</a:t>
            </a:r>
          </a:p>
          <a:p>
            <a:r>
              <a:rPr lang="en-US" baseline="0" dirty="0" smtClean="0"/>
              <a:t>- The only addition is that, the 2013 </a:t>
            </a:r>
            <a:r>
              <a:rPr lang="en-US" baseline="0" dirty="0" err="1" smtClean="0"/>
              <a:t>addin</a:t>
            </a:r>
            <a:r>
              <a:rPr lang="en-US" baseline="0" dirty="0" smtClean="0"/>
              <a:t> manifest file is placed outside the bundle folder.</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4</a:t>
            </a:fld>
            <a:endParaRPr lang="en-US" dirty="0"/>
          </a:p>
        </p:txBody>
      </p:sp>
    </p:spTree>
    <p:extLst>
      <p:ext uri="{BB962C8B-B14F-4D97-AF65-F5344CB8AC3E}">
        <p14:creationId xmlns:p14="http://schemas.microsoft.com/office/powerpoint/2010/main" val="32620770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This is the end of the presentation. Thank you </a:t>
            </a:r>
            <a:r>
              <a:rPr lang="en-US" smtClean="0"/>
              <a:t>for</a:t>
            </a:r>
            <a:r>
              <a:rPr lang="en-US" baseline="0" smtClean="0"/>
              <a:t> watching </a:t>
            </a:r>
            <a:r>
              <a:rPr lang="en-US" baseline="0" dirty="0" smtClean="0"/>
              <a:t>it patiently.</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5</a:t>
            </a:fld>
            <a:endParaRPr lang="en-US" dirty="0"/>
          </a:p>
        </p:txBody>
      </p:sp>
    </p:spTree>
    <p:extLst>
      <p:ext uri="{BB962C8B-B14F-4D97-AF65-F5344CB8AC3E}">
        <p14:creationId xmlns:p14="http://schemas.microsoft.com/office/powerpoint/2010/main" val="60984207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tif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Main Title">
    <p:bg>
      <p:bgPr>
        <a:solidFill>
          <a:schemeClr val="bg1"/>
        </a:solidFill>
        <a:effectLst/>
      </p:bgPr>
    </p:bg>
    <p:spTree>
      <p:nvGrpSpPr>
        <p:cNvPr id="1" name=""/>
        <p:cNvGrpSpPr/>
        <p:nvPr/>
      </p:nvGrpSpPr>
      <p:grpSpPr>
        <a:xfrm>
          <a:off x="0" y="0"/>
          <a:ext cx="0" cy="0"/>
          <a:chOff x="0" y="0"/>
          <a:chExt cx="0" cy="0"/>
        </a:xfrm>
      </p:grpSpPr>
      <p:pic>
        <p:nvPicPr>
          <p:cNvPr id="13" name="Picture 12" descr="Corporate_Image_2012-09_v2.tif"/>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12718" y="0"/>
            <a:ext cx="9156719" cy="6858000"/>
          </a:xfrm>
          <a:prstGeom prst="rect">
            <a:avLst/>
          </a:prstGeom>
        </p:spPr>
      </p:pic>
      <p:sp>
        <p:nvSpPr>
          <p:cNvPr id="2" name="Rectangle 1"/>
          <p:cNvSpPr/>
          <p:nvPr/>
        </p:nvSpPr>
        <p:spPr>
          <a:xfrm>
            <a:off x="-12719" y="1820073"/>
            <a:ext cx="9156719" cy="3066252"/>
          </a:xfrm>
          <a:prstGeom prst="rect">
            <a:avLst/>
          </a:prstGeom>
          <a:gradFill>
            <a:gsLst>
              <a:gs pos="20000">
                <a:schemeClr val="bg1">
                  <a:alpha val="88000"/>
                </a:schemeClr>
              </a:gs>
              <a:gs pos="100000">
                <a:schemeClr val="bg1">
                  <a:alpha val="50000"/>
                </a:scheme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sp>
        <p:nvSpPr>
          <p:cNvPr id="4" name="Text Placeholder 2"/>
          <p:cNvSpPr>
            <a:spLocks noGrp="1"/>
          </p:cNvSpPr>
          <p:nvPr>
            <p:ph type="body" sz="quarter" idx="10" hasCustomPrompt="1"/>
          </p:nvPr>
        </p:nvSpPr>
        <p:spPr>
          <a:xfrm>
            <a:off x="457202" y="2432343"/>
            <a:ext cx="5397358" cy="1205087"/>
          </a:xfrm>
          <a:prstGeom prst="rect">
            <a:avLst/>
          </a:prstGeom>
        </p:spPr>
        <p:txBody>
          <a:bodyPr lIns="0" tIns="0" rIns="0" bIns="0">
            <a:noAutofit/>
          </a:bodyPr>
          <a:lstStyle>
            <a:lvl1pPr marL="0" indent="0">
              <a:spcBef>
                <a:spcPts val="0"/>
              </a:spcBef>
              <a:buNone/>
              <a:defRPr sz="3000" b="1" baseline="0">
                <a:solidFill>
                  <a:schemeClr val="accent4"/>
                </a:solidFill>
              </a:defRPr>
            </a:lvl1pPr>
          </a:lstStyle>
          <a:p>
            <a:r>
              <a:rPr lang="en-US" sz="2800" dirty="0" smtClean="0"/>
              <a:t>Main title can extend over one or two lines</a:t>
            </a:r>
            <a:endParaRPr lang="en-US" sz="2800" dirty="0"/>
          </a:p>
        </p:txBody>
      </p:sp>
      <p:sp>
        <p:nvSpPr>
          <p:cNvPr id="5" name="Text Placeholder 4"/>
          <p:cNvSpPr>
            <a:spLocks noGrp="1"/>
          </p:cNvSpPr>
          <p:nvPr>
            <p:ph type="body" sz="quarter" idx="12" hasCustomPrompt="1"/>
          </p:nvPr>
        </p:nvSpPr>
        <p:spPr>
          <a:xfrm>
            <a:off x="457203" y="3728701"/>
            <a:ext cx="5397356" cy="387255"/>
          </a:xfrm>
          <a:prstGeom prst="rect">
            <a:avLst/>
          </a:prstGeom>
        </p:spPr>
        <p:txBody>
          <a:bodyPr lIns="0" tIns="0" rIns="0" bIns="0">
            <a:noAutofit/>
          </a:bodyPr>
          <a:lstStyle>
            <a:lvl1pPr marL="0" indent="0">
              <a:spcBef>
                <a:spcPts val="0"/>
              </a:spcBef>
              <a:buNone/>
              <a:defRPr sz="2000" b="0" baseline="0">
                <a:solidFill>
                  <a:schemeClr val="tx2"/>
                </a:solidFill>
              </a:defRPr>
            </a:lvl1pPr>
          </a:lstStyle>
          <a:p>
            <a:pPr lvl="0"/>
            <a:r>
              <a:rPr lang="en-US" dirty="0" smtClean="0"/>
              <a:t>Presenter Name</a:t>
            </a:r>
          </a:p>
        </p:txBody>
      </p:sp>
      <p:sp>
        <p:nvSpPr>
          <p:cNvPr id="6" name="Text Placeholder 15"/>
          <p:cNvSpPr>
            <a:spLocks noGrp="1"/>
          </p:cNvSpPr>
          <p:nvPr>
            <p:ph type="body" sz="quarter" idx="13" hasCustomPrompt="1"/>
          </p:nvPr>
        </p:nvSpPr>
        <p:spPr>
          <a:xfrm>
            <a:off x="457202" y="4115957"/>
            <a:ext cx="5397358" cy="315214"/>
          </a:xfrm>
          <a:prstGeom prst="rect">
            <a:avLst/>
          </a:prstGeom>
        </p:spPr>
        <p:txBody>
          <a:bodyPr lIns="0" tIns="0" rIns="0" bIns="0">
            <a:noAutofit/>
          </a:bodyPr>
          <a:lstStyle>
            <a:lvl1pPr marL="0" indent="0">
              <a:spcBef>
                <a:spcPts val="0"/>
              </a:spcBef>
              <a:buNone/>
              <a:defRPr sz="1500" b="0" baseline="0">
                <a:solidFill>
                  <a:schemeClr val="tx2"/>
                </a:solidFill>
              </a:defRPr>
            </a:lvl1pPr>
          </a:lstStyle>
          <a:p>
            <a:pPr lvl="0"/>
            <a:r>
              <a:rPr lang="en-US" dirty="0" smtClean="0"/>
              <a:t>Presenter Title</a:t>
            </a:r>
            <a:endParaRPr lang="en-US" dirty="0"/>
          </a:p>
        </p:txBody>
      </p:sp>
      <p:sp>
        <p:nvSpPr>
          <p:cNvPr id="7" name="Text Placeholder 15"/>
          <p:cNvSpPr>
            <a:spLocks noGrp="1"/>
          </p:cNvSpPr>
          <p:nvPr>
            <p:ph type="body" sz="quarter" idx="14" hasCustomPrompt="1"/>
          </p:nvPr>
        </p:nvSpPr>
        <p:spPr>
          <a:xfrm>
            <a:off x="457202" y="2117128"/>
            <a:ext cx="5397358" cy="315214"/>
          </a:xfrm>
          <a:prstGeom prst="rect">
            <a:avLst/>
          </a:prstGeom>
        </p:spPr>
        <p:txBody>
          <a:bodyPr lIns="0" tIns="0" rIns="0" bIns="0">
            <a:noAutofit/>
          </a:bodyPr>
          <a:lstStyle>
            <a:lvl1pPr marL="0" indent="0">
              <a:spcBef>
                <a:spcPts val="0"/>
              </a:spcBef>
              <a:buNone/>
              <a:defRPr sz="1500" b="1" baseline="0">
                <a:solidFill>
                  <a:schemeClr val="accent4"/>
                </a:solidFill>
              </a:defRPr>
            </a:lvl1pPr>
          </a:lstStyle>
          <a:p>
            <a:pPr lvl="0"/>
            <a:r>
              <a:rPr lang="en-US" dirty="0" smtClean="0"/>
              <a:t>Event name 2013</a:t>
            </a:r>
            <a:endParaRPr lang="en-US" dirty="0"/>
          </a:p>
        </p:txBody>
      </p:sp>
      <p:sp>
        <p:nvSpPr>
          <p:cNvPr id="14" name="TextBox 13"/>
          <p:cNvSpPr txBox="1"/>
          <p:nvPr/>
        </p:nvSpPr>
        <p:spPr>
          <a:xfrm>
            <a:off x="74081" y="6596295"/>
            <a:ext cx="1316904" cy="138499"/>
          </a:xfrm>
          <a:prstGeom prst="rect">
            <a:avLst/>
          </a:prstGeom>
          <a:noFill/>
        </p:spPr>
        <p:txBody>
          <a:bodyPr wrap="square" lIns="0" tIns="0" rIns="0" bIns="0" rtlCol="0">
            <a:spAutoFit/>
          </a:bodyPr>
          <a:lstStyle/>
          <a:p>
            <a:r>
              <a:rPr lang="en-US" sz="900" b="0" i="0" baseline="0" dirty="0" smtClean="0">
                <a:solidFill>
                  <a:schemeClr val="bg1">
                    <a:lumMod val="65000"/>
                  </a:schemeClr>
                </a:solidFill>
                <a:latin typeface="Frutiger Next LT W1G"/>
                <a:cs typeface="Frutiger Next LT W1G"/>
              </a:rPr>
              <a:t>© 2013 Autodesk</a:t>
            </a:r>
            <a:endParaRPr lang="en-US" sz="900" b="0" i="0" baseline="0" dirty="0">
              <a:solidFill>
                <a:schemeClr val="bg1">
                  <a:lumMod val="65000"/>
                </a:schemeClr>
              </a:solidFill>
              <a:latin typeface="Frutiger Next LT W1G"/>
              <a:cs typeface="Frutiger Next LT W1G"/>
            </a:endParaRPr>
          </a:p>
        </p:txBody>
      </p:sp>
      <p:sp>
        <p:nvSpPr>
          <p:cNvPr id="20" name="Rectangle 19"/>
          <p:cNvSpPr/>
          <p:nvPr userDrawn="1"/>
        </p:nvSpPr>
        <p:spPr>
          <a:xfrm>
            <a:off x="-12719" y="4460895"/>
            <a:ext cx="9156719" cy="423184"/>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21" name="Picture 20" descr="autodesk-logo-rgb-color-logo-black-text-large.png"/>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7612987" y="4552805"/>
            <a:ext cx="1427937" cy="239365"/>
          </a:xfrm>
          <a:prstGeom prst="rect">
            <a:avLst/>
          </a:prstGeom>
        </p:spPr>
      </p:pic>
    </p:spTree>
    <p:extLst>
      <p:ext uri="{BB962C8B-B14F-4D97-AF65-F5344CB8AC3E}">
        <p14:creationId xmlns:p14="http://schemas.microsoft.com/office/powerpoint/2010/main" val="3034049463"/>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1 column)">
    <p:spTree>
      <p:nvGrpSpPr>
        <p:cNvPr id="1" name=""/>
        <p:cNvGrpSpPr/>
        <p:nvPr/>
      </p:nvGrpSpPr>
      <p:grpSpPr>
        <a:xfrm>
          <a:off x="0" y="0"/>
          <a:ext cx="0" cy="0"/>
          <a:chOff x="0" y="0"/>
          <a:chExt cx="0" cy="0"/>
        </a:xfrm>
      </p:grpSpPr>
      <p:sp>
        <p:nvSpPr>
          <p:cNvPr id="4" name="Content Placeholder 2"/>
          <p:cNvSpPr>
            <a:spLocks noGrp="1"/>
          </p:cNvSpPr>
          <p:nvPr>
            <p:ph idx="1"/>
          </p:nvPr>
        </p:nvSpPr>
        <p:spPr>
          <a:xfrm>
            <a:off x="457200" y="1417641"/>
            <a:ext cx="8229644" cy="4767282"/>
          </a:xfrm>
          <a:prstGeom prst="rect">
            <a:avLst/>
          </a:prstGeom>
        </p:spPr>
        <p:txBody>
          <a:bodyPr lIns="0" tIns="0" rIns="0" bIns="0">
            <a:noAutofit/>
          </a:bodyPr>
          <a:lstStyle>
            <a:lvl1pPr marL="383971" indent="-316771">
              <a:buClr>
                <a:schemeClr val="accent4"/>
              </a:buClr>
              <a:buSzPct val="100000"/>
              <a:buFont typeface="Wingdings" charset="2"/>
              <a:buChar char="§"/>
              <a:defRPr sz="2800" b="0">
                <a:solidFill>
                  <a:schemeClr val="tx1"/>
                </a:solidFill>
              </a:defRPr>
            </a:lvl1pPr>
            <a:lvl2pPr marL="831936" indent="-287974">
              <a:buClr>
                <a:schemeClr val="accent4"/>
              </a:buClr>
              <a:buSzPct val="100000"/>
              <a:buFont typeface="Wingdings" charset="2"/>
              <a:buChar char="§"/>
              <a:defRPr sz="2300" b="0">
                <a:solidFill>
                  <a:schemeClr val="tx1"/>
                </a:solidFill>
              </a:defRPr>
            </a:lvl2pPr>
            <a:lvl3pPr marL="1279901" indent="-259176">
              <a:buClr>
                <a:schemeClr val="accent4"/>
              </a:buClr>
              <a:buSzPct val="100000"/>
              <a:buFont typeface="Wingdings" charset="2"/>
              <a:buChar char="§"/>
              <a:defRPr sz="2000" b="0">
                <a:solidFill>
                  <a:schemeClr val="tx1"/>
                </a:solidFill>
              </a:defRPr>
            </a:lvl3pPr>
            <a:lvl4pPr marL="1791862" indent="-230379">
              <a:buClr>
                <a:schemeClr val="accent4"/>
              </a:buClr>
              <a:buSzPct val="100000"/>
              <a:buFont typeface="Wingdings" charset="2"/>
              <a:buChar char="§"/>
              <a:defRPr sz="1700" b="0">
                <a:solidFill>
                  <a:schemeClr val="tx1"/>
                </a:solidFill>
              </a:defRPr>
            </a:lvl4pPr>
            <a:lvl5pPr marL="2303821" indent="-201582">
              <a:buClr>
                <a:schemeClr val="accent4"/>
              </a:buClr>
              <a:buSzPct val="100000"/>
              <a:buFont typeface="Wingdings" charset="2"/>
              <a:buChar char="§"/>
              <a:defRPr sz="1500" b="0">
                <a:solidFill>
                  <a:schemeClr val="tx1"/>
                </a:solidFill>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Title 1"/>
          <p:cNvSpPr>
            <a:spLocks noGrp="1"/>
          </p:cNvSpPr>
          <p:nvPr>
            <p:ph type="title"/>
          </p:nvPr>
        </p:nvSpPr>
        <p:spPr>
          <a:xfrm>
            <a:off x="457201" y="274639"/>
            <a:ext cx="8229600" cy="1143000"/>
          </a:xfrm>
          <a:prstGeom prst="rect">
            <a:avLst/>
          </a:prstGeom>
        </p:spPr>
        <p:txBody>
          <a:bodyPr lIns="0" tIns="0" rIns="0" bIns="0" anchor="t" anchorCtr="0">
            <a:noAutofit/>
          </a:bodyPr>
          <a:lstStyle>
            <a:lvl1pPr algn="l">
              <a:defRPr sz="2800" baseline="0">
                <a:solidFill>
                  <a:schemeClr val="accent4"/>
                </a:solidFill>
              </a:defRPr>
            </a:lvl1pPr>
          </a:lstStyle>
          <a:p>
            <a:r>
              <a:rPr lang="en-US" dirty="0" smtClean="0"/>
              <a:t>Click to edit Master title style</a:t>
            </a:r>
            <a:endParaRPr lang="en-US" dirty="0"/>
          </a:p>
        </p:txBody>
      </p:sp>
      <p:sp>
        <p:nvSpPr>
          <p:cNvPr id="7" name="Rectangle 6"/>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dirty="0"/>
          </a:p>
        </p:txBody>
      </p:sp>
      <p:sp>
        <p:nvSpPr>
          <p:cNvPr id="8" name="TextBox 7"/>
          <p:cNvSpPr txBox="1"/>
          <p:nvPr/>
        </p:nvSpPr>
        <p:spPr>
          <a:xfrm>
            <a:off x="74081" y="6596295"/>
            <a:ext cx="1558815"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pic>
        <p:nvPicPr>
          <p:cNvPr id="16" name="Picture 15"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9" name="TextBox 8"/>
          <p:cNvSpPr txBox="1"/>
          <p:nvPr userDrawn="1"/>
        </p:nvSpPr>
        <p:spPr>
          <a:xfrm>
            <a:off x="3792592" y="6613830"/>
            <a:ext cx="1558815" cy="138499"/>
          </a:xfrm>
          <a:prstGeom prst="rect">
            <a:avLst/>
          </a:prstGeom>
          <a:noFill/>
        </p:spPr>
        <p:txBody>
          <a:bodyPr wrap="square" lIns="0" tIns="0" rIns="0" bIns="0" rtlCol="0">
            <a:spAutoFit/>
          </a:bodyPr>
          <a:lstStyle/>
          <a:p>
            <a:pPr algn="ctr"/>
            <a:r>
              <a:rPr lang="en-US" sz="900" b="0" i="0" dirty="0" smtClean="0">
                <a:solidFill>
                  <a:schemeClr val="tx1">
                    <a:lumMod val="65000"/>
                    <a:lumOff val="35000"/>
                  </a:schemeClr>
                </a:solidFill>
                <a:latin typeface="Frutiger Next LT W1G"/>
                <a:cs typeface="Frutiger Next LT W1G"/>
              </a:rPr>
              <a:t>Autodesk Exchange for Revit</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4089397270"/>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2 column)">
    <p:spTree>
      <p:nvGrpSpPr>
        <p:cNvPr id="1" name=""/>
        <p:cNvGrpSpPr/>
        <p:nvPr/>
      </p:nvGrpSpPr>
      <p:grpSpPr>
        <a:xfrm>
          <a:off x="0" y="0"/>
          <a:ext cx="0" cy="0"/>
          <a:chOff x="0" y="0"/>
          <a:chExt cx="0" cy="0"/>
        </a:xfrm>
      </p:grpSpPr>
      <p:sp>
        <p:nvSpPr>
          <p:cNvPr id="8" name="Title 1"/>
          <p:cNvSpPr>
            <a:spLocks noGrp="1"/>
          </p:cNvSpPr>
          <p:nvPr>
            <p:ph type="title"/>
          </p:nvPr>
        </p:nvSpPr>
        <p:spPr>
          <a:xfrm>
            <a:off x="457201" y="274639"/>
            <a:ext cx="8229600" cy="1143000"/>
          </a:xfrm>
          <a:prstGeom prst="rect">
            <a:avLst/>
          </a:prstGeom>
        </p:spPr>
        <p:txBody>
          <a:bodyPr lIns="0" tIns="0" rIns="0" bIns="0" anchor="t" anchorCtr="0">
            <a:noAutofit/>
          </a:bodyPr>
          <a:lstStyle>
            <a:lvl1pPr algn="l">
              <a:defRPr sz="2800" baseline="0">
                <a:solidFill>
                  <a:schemeClr val="accent4"/>
                </a:solidFill>
              </a:defRPr>
            </a:lvl1pPr>
          </a:lstStyle>
          <a:p>
            <a:r>
              <a:rPr lang="en-US" smtClean="0"/>
              <a:t>Click to edit Master title style</a:t>
            </a:r>
            <a:endParaRPr lang="en-US" dirty="0"/>
          </a:p>
        </p:txBody>
      </p:sp>
      <p:sp>
        <p:nvSpPr>
          <p:cNvPr id="13" name="Content Placeholder 2"/>
          <p:cNvSpPr>
            <a:spLocks noGrp="1"/>
          </p:cNvSpPr>
          <p:nvPr>
            <p:ph idx="17"/>
          </p:nvPr>
        </p:nvSpPr>
        <p:spPr>
          <a:xfrm>
            <a:off x="457202" y="1417641"/>
            <a:ext cx="4040187" cy="4767282"/>
          </a:xfrm>
          <a:prstGeom prst="rect">
            <a:avLst/>
          </a:prstGeom>
        </p:spPr>
        <p:txBody>
          <a:bodyPr lIns="0" tIns="0" rIns="0" bIns="0">
            <a:noAutofit/>
          </a:bodyPr>
          <a:lstStyle>
            <a:lvl1pPr marL="398441" indent="-339706">
              <a:buClr>
                <a:schemeClr val="accent4"/>
              </a:buClr>
              <a:buSzPct val="100000"/>
              <a:buFont typeface="Wingdings" pitchFamily="2" charset="2"/>
              <a:buChar char="§"/>
              <a:defRPr sz="2800" b="0"/>
            </a:lvl1pPr>
            <a:lvl2pPr marL="1011920" indent="-467958">
              <a:buClr>
                <a:schemeClr val="accent4"/>
              </a:buClr>
              <a:buSzPct val="100000"/>
              <a:buFont typeface="Wingdings" pitchFamily="2" charset="2"/>
              <a:buChar char="§"/>
              <a:defRPr sz="2300" b="0">
                <a:solidFill>
                  <a:schemeClr val="tx1"/>
                </a:solidFill>
              </a:defRPr>
            </a:lvl2pPr>
            <a:lvl3pPr marL="1344695" indent="-323971">
              <a:buClr>
                <a:schemeClr val="accent4"/>
              </a:buClr>
              <a:buSzPct val="100000"/>
              <a:buFont typeface="Wingdings" pitchFamily="2" charset="2"/>
              <a:buChar char="§"/>
              <a:defRPr sz="2000" b="0"/>
            </a:lvl3pPr>
            <a:lvl4pPr marL="1885453" indent="-323971">
              <a:buClr>
                <a:schemeClr val="accent4"/>
              </a:buClr>
              <a:buSzPct val="100000"/>
              <a:buFont typeface="Wingdings" pitchFamily="2" charset="2"/>
              <a:buChar char="§"/>
              <a:defRPr sz="1700" b="0"/>
            </a:lvl4pPr>
            <a:lvl5pPr marL="2390214" indent="-287974">
              <a:buClr>
                <a:schemeClr val="accent4"/>
              </a:buClr>
              <a:buSzPct val="100000"/>
              <a:buFont typeface="Wingdings" pitchFamily="2" charset="2"/>
              <a:buChar char="§"/>
              <a:defRPr sz="1500" b="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14" name="Content Placeholder 2"/>
          <p:cNvSpPr>
            <a:spLocks noGrp="1"/>
          </p:cNvSpPr>
          <p:nvPr>
            <p:ph idx="18"/>
          </p:nvPr>
        </p:nvSpPr>
        <p:spPr>
          <a:xfrm>
            <a:off x="4646614" y="1417640"/>
            <a:ext cx="4040187" cy="4767281"/>
          </a:xfrm>
          <a:prstGeom prst="rect">
            <a:avLst/>
          </a:prstGeom>
        </p:spPr>
        <p:txBody>
          <a:bodyPr lIns="0" tIns="0" rIns="0" bIns="0">
            <a:noAutofit/>
          </a:bodyPr>
          <a:lstStyle>
            <a:lvl1pPr marL="383971" indent="-316771">
              <a:buClr>
                <a:schemeClr val="accent4"/>
              </a:buClr>
              <a:buSzPct val="100000"/>
              <a:buFont typeface="Wingdings" charset="2"/>
              <a:buChar char="§"/>
              <a:defRPr sz="2800" b="0"/>
            </a:lvl1pPr>
            <a:lvl2pPr marL="831936" indent="-287974">
              <a:buClr>
                <a:schemeClr val="accent4"/>
              </a:buClr>
              <a:buSzPct val="100000"/>
              <a:buFont typeface="Wingdings" charset="2"/>
              <a:buChar char="§"/>
              <a:defRPr sz="2300" b="0">
                <a:solidFill>
                  <a:schemeClr val="tx1"/>
                </a:solidFill>
              </a:defRPr>
            </a:lvl2pPr>
            <a:lvl3pPr marL="1279901" indent="-259176">
              <a:buClr>
                <a:schemeClr val="accent4"/>
              </a:buClr>
              <a:buSzPct val="100000"/>
              <a:buFont typeface="Wingdings" charset="2"/>
              <a:buChar char="§"/>
              <a:defRPr sz="2000" b="0"/>
            </a:lvl3pPr>
            <a:lvl4pPr marL="1791862" indent="-230379">
              <a:buClr>
                <a:schemeClr val="accent4"/>
              </a:buClr>
              <a:buSzPct val="100000"/>
              <a:buFont typeface="Wingdings" charset="2"/>
              <a:buChar char="§"/>
              <a:defRPr sz="1700" b="0"/>
            </a:lvl4pPr>
            <a:lvl5pPr marL="2303821" indent="-201582">
              <a:buClr>
                <a:schemeClr val="accent4"/>
              </a:buClr>
              <a:buSzPct val="100000"/>
              <a:buFont typeface="Wingdings" charset="2"/>
              <a:buChar char="§"/>
              <a:defRPr sz="1500" b="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6" name="Rectangle 5"/>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pic>
        <p:nvPicPr>
          <p:cNvPr id="9" name="Picture 8"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11" name="TextBox 10"/>
          <p:cNvSpPr txBox="1"/>
          <p:nvPr userDrawn="1"/>
        </p:nvSpPr>
        <p:spPr>
          <a:xfrm>
            <a:off x="74081" y="6596295"/>
            <a:ext cx="1558815"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3298238507"/>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Text and Images">
    <p:spTree>
      <p:nvGrpSpPr>
        <p:cNvPr id="1" name=""/>
        <p:cNvGrpSpPr/>
        <p:nvPr/>
      </p:nvGrpSpPr>
      <p:grpSpPr>
        <a:xfrm>
          <a:off x="0" y="0"/>
          <a:ext cx="0" cy="0"/>
          <a:chOff x="0" y="0"/>
          <a:chExt cx="0" cy="0"/>
        </a:xfrm>
      </p:grpSpPr>
      <p:sp>
        <p:nvSpPr>
          <p:cNvPr id="9" name="Picture Placeholder 6"/>
          <p:cNvSpPr>
            <a:spLocks noGrp="1"/>
          </p:cNvSpPr>
          <p:nvPr>
            <p:ph type="pic" sz="quarter" idx="13"/>
          </p:nvPr>
        </p:nvSpPr>
        <p:spPr>
          <a:xfrm>
            <a:off x="4646568" y="1417639"/>
            <a:ext cx="4040232" cy="2160740"/>
          </a:xfrm>
          <a:prstGeom prst="rect">
            <a:avLst/>
          </a:prstGeom>
        </p:spPr>
        <p:txBody>
          <a:bodyPr vert="horz" lIns="57594" tIns="28797" rIns="57594" bIns="28797"/>
          <a:lstStyle>
            <a:lvl1pPr marL="0" indent="0">
              <a:buClr>
                <a:schemeClr val="accent4"/>
              </a:buClr>
              <a:buNone/>
              <a:defRPr/>
            </a:lvl1pPr>
          </a:lstStyle>
          <a:p>
            <a:r>
              <a:rPr lang="en-US" smtClean="0"/>
              <a:t>Click icon to add picture</a:t>
            </a:r>
            <a:endParaRPr lang="en-US" dirty="0"/>
          </a:p>
        </p:txBody>
      </p:sp>
      <p:sp>
        <p:nvSpPr>
          <p:cNvPr id="15" name="Title 1"/>
          <p:cNvSpPr>
            <a:spLocks noGrp="1"/>
          </p:cNvSpPr>
          <p:nvPr>
            <p:ph type="title"/>
          </p:nvPr>
        </p:nvSpPr>
        <p:spPr>
          <a:xfrm>
            <a:off x="457201" y="274639"/>
            <a:ext cx="8229600" cy="1143000"/>
          </a:xfrm>
          <a:prstGeom prst="rect">
            <a:avLst/>
          </a:prstGeom>
        </p:spPr>
        <p:txBody>
          <a:bodyPr lIns="0" tIns="0" rIns="0" bIns="0" anchor="t" anchorCtr="0">
            <a:noAutofit/>
          </a:bodyPr>
          <a:lstStyle>
            <a:lvl1pPr algn="l">
              <a:defRPr sz="2800">
                <a:solidFill>
                  <a:schemeClr val="accent4"/>
                </a:solidFill>
              </a:defRPr>
            </a:lvl1pPr>
          </a:lstStyle>
          <a:p>
            <a:r>
              <a:rPr lang="en-US" smtClean="0"/>
              <a:t>Click to edit Master title style</a:t>
            </a:r>
            <a:endParaRPr lang="en-US" dirty="0"/>
          </a:p>
        </p:txBody>
      </p:sp>
      <p:sp>
        <p:nvSpPr>
          <p:cNvPr id="17" name="Text Placeholder 16"/>
          <p:cNvSpPr>
            <a:spLocks noGrp="1"/>
          </p:cNvSpPr>
          <p:nvPr>
            <p:ph type="body" sz="quarter" idx="14" hasCustomPrompt="1"/>
          </p:nvPr>
        </p:nvSpPr>
        <p:spPr>
          <a:xfrm>
            <a:off x="4646568" y="3578380"/>
            <a:ext cx="4040232" cy="173214"/>
          </a:xfrm>
          <a:prstGeom prst="rect">
            <a:avLst/>
          </a:prstGeom>
        </p:spPr>
        <p:txBody>
          <a:bodyPr vert="horz" lIns="0" tIns="0" rIns="0" bIns="0"/>
          <a:lstStyle>
            <a:lvl1pPr marL="0" indent="0">
              <a:buNone/>
              <a:defRPr sz="700" baseline="0">
                <a:solidFill>
                  <a:schemeClr val="tx1">
                    <a:lumMod val="65000"/>
                    <a:lumOff val="35000"/>
                  </a:schemeClr>
                </a:solidFill>
              </a:defRPr>
            </a:lvl1pPr>
          </a:lstStyle>
          <a:p>
            <a:pPr lvl="0"/>
            <a:r>
              <a:rPr lang="en-US" dirty="0" smtClean="0"/>
              <a:t>Image credit line goes here</a:t>
            </a:r>
            <a:endParaRPr lang="en-US" dirty="0"/>
          </a:p>
        </p:txBody>
      </p:sp>
      <p:sp>
        <p:nvSpPr>
          <p:cNvPr id="12" name="Content Placeholder 2"/>
          <p:cNvSpPr>
            <a:spLocks noGrp="1"/>
          </p:cNvSpPr>
          <p:nvPr>
            <p:ph idx="17"/>
          </p:nvPr>
        </p:nvSpPr>
        <p:spPr>
          <a:xfrm>
            <a:off x="457202" y="1417641"/>
            <a:ext cx="4040187" cy="4767282"/>
          </a:xfrm>
          <a:prstGeom prst="rect">
            <a:avLst/>
          </a:prstGeom>
        </p:spPr>
        <p:txBody>
          <a:bodyPr lIns="0" tIns="0" rIns="0" bIns="0">
            <a:noAutofit/>
          </a:bodyPr>
          <a:lstStyle>
            <a:lvl1pPr marL="383971" indent="-316771">
              <a:buClr>
                <a:schemeClr val="accent4"/>
              </a:buClr>
              <a:buSzPct val="100000"/>
              <a:buFont typeface="Wingdings" charset="2"/>
              <a:buChar char="§"/>
              <a:defRPr sz="2800" b="0"/>
            </a:lvl1pPr>
            <a:lvl2pPr marL="831936" indent="-287974">
              <a:buClr>
                <a:schemeClr val="accent4"/>
              </a:buClr>
              <a:buSzPct val="100000"/>
              <a:buFont typeface="Wingdings" charset="2"/>
              <a:buChar char="§"/>
              <a:defRPr sz="2300" b="0">
                <a:solidFill>
                  <a:schemeClr val="tx1"/>
                </a:solidFill>
              </a:defRPr>
            </a:lvl2pPr>
            <a:lvl3pPr marL="1279901" indent="-259176">
              <a:buClr>
                <a:schemeClr val="accent4"/>
              </a:buClr>
              <a:buSzPct val="100000"/>
              <a:buFont typeface="Wingdings" charset="2"/>
              <a:buChar char="§"/>
              <a:defRPr sz="2000" b="0"/>
            </a:lvl3pPr>
            <a:lvl4pPr marL="1791862" indent="-230379">
              <a:buClr>
                <a:schemeClr val="accent4"/>
              </a:buClr>
              <a:buSzPct val="100000"/>
              <a:buFont typeface="Wingdings" charset="2"/>
              <a:buChar char="§"/>
              <a:defRPr sz="1700" b="0"/>
            </a:lvl4pPr>
            <a:lvl5pPr marL="2303821" indent="-201582">
              <a:buClr>
                <a:schemeClr val="accent4"/>
              </a:buClr>
              <a:buSzPct val="100000"/>
              <a:buFont typeface="Wingdings" charset="2"/>
              <a:buChar char="§"/>
              <a:defRPr sz="1500" b="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11" name="Picture Placeholder 6"/>
          <p:cNvSpPr>
            <a:spLocks noGrp="1"/>
          </p:cNvSpPr>
          <p:nvPr>
            <p:ph type="pic" sz="quarter" idx="18"/>
          </p:nvPr>
        </p:nvSpPr>
        <p:spPr>
          <a:xfrm>
            <a:off x="4646568" y="3852667"/>
            <a:ext cx="4040232" cy="2160740"/>
          </a:xfrm>
          <a:prstGeom prst="rect">
            <a:avLst/>
          </a:prstGeom>
        </p:spPr>
        <p:txBody>
          <a:bodyPr vert="horz" lIns="57594" tIns="28797" rIns="57594" bIns="28797"/>
          <a:lstStyle>
            <a:lvl1pPr marL="0" indent="0">
              <a:buClr>
                <a:schemeClr val="accent4"/>
              </a:buClr>
              <a:buNone/>
              <a:defRPr/>
            </a:lvl1pPr>
          </a:lstStyle>
          <a:p>
            <a:r>
              <a:rPr lang="en-US" smtClean="0"/>
              <a:t>Click icon to add picture</a:t>
            </a:r>
            <a:endParaRPr lang="en-US" dirty="0"/>
          </a:p>
        </p:txBody>
      </p:sp>
      <p:sp>
        <p:nvSpPr>
          <p:cNvPr id="14" name="Text Placeholder 16"/>
          <p:cNvSpPr>
            <a:spLocks noGrp="1"/>
          </p:cNvSpPr>
          <p:nvPr>
            <p:ph type="body" sz="quarter" idx="19" hasCustomPrompt="1"/>
          </p:nvPr>
        </p:nvSpPr>
        <p:spPr>
          <a:xfrm>
            <a:off x="4646568" y="6013407"/>
            <a:ext cx="4040232" cy="173214"/>
          </a:xfrm>
          <a:prstGeom prst="rect">
            <a:avLst/>
          </a:prstGeom>
        </p:spPr>
        <p:txBody>
          <a:bodyPr vert="horz" lIns="0" tIns="0" rIns="0" bIns="0"/>
          <a:lstStyle>
            <a:lvl1pPr marL="0" indent="0">
              <a:buNone/>
              <a:defRPr sz="700" baseline="0">
                <a:solidFill>
                  <a:schemeClr val="tx1">
                    <a:lumMod val="65000"/>
                    <a:lumOff val="35000"/>
                  </a:schemeClr>
                </a:solidFill>
              </a:defRPr>
            </a:lvl1pPr>
          </a:lstStyle>
          <a:p>
            <a:pPr lvl="0"/>
            <a:r>
              <a:rPr lang="en-US" dirty="0" smtClean="0"/>
              <a:t>Image credit line goes here</a:t>
            </a:r>
            <a:endParaRPr lang="en-US" dirty="0"/>
          </a:p>
        </p:txBody>
      </p:sp>
      <p:sp>
        <p:nvSpPr>
          <p:cNvPr id="18" name="Rectangle 17"/>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pic>
        <p:nvPicPr>
          <p:cNvPr id="13" name="Picture 12"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19" name="TextBox 18"/>
          <p:cNvSpPr txBox="1"/>
          <p:nvPr userDrawn="1"/>
        </p:nvSpPr>
        <p:spPr>
          <a:xfrm>
            <a:off x="74081" y="6596295"/>
            <a:ext cx="1558815"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424923577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5" name="Rectangle 4"/>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sp>
        <p:nvSpPr>
          <p:cNvPr id="2" name="Title 1"/>
          <p:cNvSpPr>
            <a:spLocks noGrp="1"/>
          </p:cNvSpPr>
          <p:nvPr>
            <p:ph type="title"/>
          </p:nvPr>
        </p:nvSpPr>
        <p:spPr>
          <a:xfrm>
            <a:off x="417260" y="256035"/>
            <a:ext cx="8266177" cy="996229"/>
          </a:xfrm>
          <a:prstGeom prst="rect">
            <a:avLst/>
          </a:prstGeom>
        </p:spPr>
        <p:txBody>
          <a:bodyPr lIns="57594" tIns="28797" rIns="57594" bIns="28797"/>
          <a:lstStyle>
            <a:lvl1pPr>
              <a:defRPr baseline="0">
                <a:solidFill>
                  <a:schemeClr val="accent4"/>
                </a:solidFill>
              </a:defRPr>
            </a:lvl1pPr>
          </a:lstStyle>
          <a:p>
            <a:r>
              <a:rPr lang="en-US" smtClean="0"/>
              <a:t>Click to edit Master title style</a:t>
            </a:r>
            <a:endParaRPr lang="en-US" dirty="0"/>
          </a:p>
        </p:txBody>
      </p:sp>
      <p:sp>
        <p:nvSpPr>
          <p:cNvPr id="3" name="Content Placeholder 2"/>
          <p:cNvSpPr>
            <a:spLocks noGrp="1"/>
          </p:cNvSpPr>
          <p:nvPr>
            <p:ph idx="1"/>
          </p:nvPr>
        </p:nvSpPr>
        <p:spPr>
          <a:xfrm>
            <a:off x="417260" y="1508760"/>
            <a:ext cx="8266177" cy="4709161"/>
          </a:xfrm>
          <a:prstGeom prst="rect">
            <a:avLst/>
          </a:prstGeom>
        </p:spPr>
        <p:txBody>
          <a:bodyPr lIns="57594" tIns="28797" rIns="57594" bIns="28797"/>
          <a:lstStyle>
            <a:lvl1pPr>
              <a:buClr>
                <a:schemeClr val="accent4"/>
              </a:buClr>
              <a:defRPr/>
            </a:lvl1pPr>
            <a:lvl2pPr>
              <a:buClr>
                <a:schemeClr val="accent4"/>
              </a:buClr>
              <a:defRPr/>
            </a:lvl2pPr>
            <a:lvl3pPr>
              <a:buClr>
                <a:schemeClr val="accent4"/>
              </a:buClr>
              <a:defRPr/>
            </a:lvl3pPr>
            <a:lvl4pPr>
              <a:buClr>
                <a:schemeClr val="accent4"/>
              </a:buClr>
              <a:defRPr/>
            </a:lvl4pPr>
            <a:lvl5pPr>
              <a:buClr>
                <a:schemeClr val="accent4"/>
              </a:buClr>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Slide Number Placeholder 3"/>
          <p:cNvSpPr>
            <a:spLocks noGrp="1"/>
          </p:cNvSpPr>
          <p:nvPr>
            <p:ph type="sldNum" sz="quarter" idx="10"/>
          </p:nvPr>
        </p:nvSpPr>
        <p:spPr>
          <a:xfrm>
            <a:off x="4277852" y="6452642"/>
            <a:ext cx="543077" cy="364331"/>
          </a:xfrm>
          <a:prstGeom prst="rect">
            <a:avLst/>
          </a:prstGeom>
        </p:spPr>
        <p:txBody>
          <a:bodyPr lIns="57594" tIns="28797" rIns="57594" bIns="28797"/>
          <a:lstStyle>
            <a:lvl1pPr algn="ctr">
              <a:defRPr sz="1800">
                <a:latin typeface="Frutiger Next LT W1G" pitchFamily="34" charset="0"/>
              </a:defRPr>
            </a:lvl1pPr>
          </a:lstStyle>
          <a:p>
            <a:fld id="{F734506C-EF52-4FF2-9904-C2A4DBD83A4B}" type="slidenum">
              <a:rPr lang="en-US" smtClean="0"/>
              <a:pPr/>
              <a:t>‹#›</a:t>
            </a:fld>
            <a:endParaRPr lang="en-US" dirty="0"/>
          </a:p>
        </p:txBody>
      </p:sp>
      <p:pic>
        <p:nvPicPr>
          <p:cNvPr id="8" name="Picture 7"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9" name="TextBox 8"/>
          <p:cNvSpPr txBox="1"/>
          <p:nvPr/>
        </p:nvSpPr>
        <p:spPr>
          <a:xfrm>
            <a:off x="74081" y="6596295"/>
            <a:ext cx="1636572"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2541264188"/>
      </p:ext>
    </p:extLst>
  </p:cSld>
  <p:clrMapOvr>
    <a:masterClrMapping/>
  </p:clrMapOvr>
  <p:transition/>
  <p:timing>
    <p:tnLst>
      <p:par>
        <p:cTn id="1" dur="indefinite" restart="never" nodeType="tmRoot"/>
      </p:par>
    </p:tnLst>
  </p:timing>
  <p:hf sldNum="0" hd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5" name="Rectangle 4"/>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pic>
        <p:nvPicPr>
          <p:cNvPr id="8" name="Picture 7"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10" name="Title 9"/>
          <p:cNvSpPr>
            <a:spLocks noGrp="1"/>
          </p:cNvSpPr>
          <p:nvPr>
            <p:ph type="title" hasCustomPrompt="1"/>
          </p:nvPr>
        </p:nvSpPr>
        <p:spPr>
          <a:xfrm>
            <a:off x="457200" y="2745696"/>
            <a:ext cx="8229600" cy="1143000"/>
          </a:xfrm>
          <a:prstGeom prst="rect">
            <a:avLst/>
          </a:prstGeom>
        </p:spPr>
        <p:txBody>
          <a:bodyPr anchor="ctr"/>
          <a:lstStyle>
            <a:lvl1pPr algn="ctr">
              <a:defRPr sz="10000">
                <a:solidFill>
                  <a:schemeClr val="accent4"/>
                </a:solidFill>
              </a:defRPr>
            </a:lvl1pPr>
          </a:lstStyle>
          <a:p>
            <a:r>
              <a:rPr lang="en-US" dirty="0" smtClean="0"/>
              <a:t>Keyword</a:t>
            </a:r>
            <a:endParaRPr lang="en-US" dirty="0"/>
          </a:p>
        </p:txBody>
      </p:sp>
      <p:sp>
        <p:nvSpPr>
          <p:cNvPr id="6" name="TextBox 5"/>
          <p:cNvSpPr txBox="1"/>
          <p:nvPr userDrawn="1"/>
        </p:nvSpPr>
        <p:spPr>
          <a:xfrm>
            <a:off x="74081" y="6596295"/>
            <a:ext cx="1558815"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2658609359"/>
      </p:ext>
    </p:extLst>
  </p:cSld>
  <p:clrMapOvr>
    <a:masterClrMapping/>
  </p:clrMapOvr>
  <p:transition/>
  <p:timing>
    <p:tnLst>
      <p:par>
        <p:cTn id="1" dur="indefinite" restart="never" nodeType="tmRoot"/>
      </p:par>
    </p:tnLst>
  </p:timing>
  <p:hf sldNum="0" hd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ustom Layout">
    <p:spTree>
      <p:nvGrpSpPr>
        <p:cNvPr id="1" name=""/>
        <p:cNvGrpSpPr/>
        <p:nvPr/>
      </p:nvGrpSpPr>
      <p:grpSpPr>
        <a:xfrm>
          <a:off x="0" y="0"/>
          <a:ext cx="0" cy="0"/>
          <a:chOff x="0" y="0"/>
          <a:chExt cx="0" cy="0"/>
        </a:xfrm>
      </p:grpSpPr>
      <p:sp>
        <p:nvSpPr>
          <p:cNvPr id="4" name="TextBox 3"/>
          <p:cNvSpPr txBox="1"/>
          <p:nvPr/>
        </p:nvSpPr>
        <p:spPr>
          <a:xfrm>
            <a:off x="220961" y="6037116"/>
            <a:ext cx="8772932" cy="692497"/>
          </a:xfrm>
          <a:prstGeom prst="rect">
            <a:avLst/>
          </a:prstGeom>
          <a:noFill/>
        </p:spPr>
        <p:txBody>
          <a:bodyPr wrap="square" lIns="0" tIns="0" rIns="0" bIns="0" rtlCol="0">
            <a:spAutoFit/>
          </a:bodyPr>
          <a:lstStyle/>
          <a:p>
            <a:r>
              <a:rPr lang="en-US" sz="900" b="0" i="0" dirty="0" smtClean="0">
                <a:solidFill>
                  <a:schemeClr val="bg1">
                    <a:lumMod val="65000"/>
                  </a:schemeClr>
                </a:solidFill>
                <a:latin typeface="Frutiger Next LT W1G"/>
                <a:cs typeface="Frutiger Next LT W1G"/>
              </a:rPr>
              <a:t>Autodesk is a registered trademark of Autodesk, Inc., and/or its subsidiaries and/or affiliates in the USA and/or other countries. All other brand names, product names, or trademarks belong to their respective holders. Autodesk reserves the right to alter product and services offerings, and specifications and pricing at any time without notice, and is not responsible for typographical or graphical errors that may appear in this document.</a:t>
            </a:r>
          </a:p>
          <a:p>
            <a:endParaRPr lang="en-US" sz="900" b="0" i="0" dirty="0" smtClean="0">
              <a:solidFill>
                <a:schemeClr val="bg1">
                  <a:lumMod val="65000"/>
                </a:schemeClr>
              </a:solidFill>
              <a:latin typeface="Frutiger Next LT W1G"/>
              <a:cs typeface="Frutiger Next LT W1G"/>
            </a:endParaRPr>
          </a:p>
          <a:p>
            <a:r>
              <a:rPr lang="en-US" sz="900" b="0" i="0" dirty="0" smtClean="0">
                <a:solidFill>
                  <a:schemeClr val="bg1">
                    <a:lumMod val="65000"/>
                  </a:schemeClr>
                </a:solidFill>
                <a:latin typeface="Frutiger Next LT W1G"/>
                <a:cs typeface="Frutiger Next LT W1G"/>
              </a:rPr>
              <a:t>© 2013 Autodesk, Inc. All right</a:t>
            </a:r>
            <a:r>
              <a:rPr lang="en-US" sz="900" b="0" i="0" baseline="0" dirty="0" smtClean="0">
                <a:solidFill>
                  <a:schemeClr val="bg1">
                    <a:lumMod val="65000"/>
                  </a:schemeClr>
                </a:solidFill>
                <a:latin typeface="Frutiger Next LT W1G"/>
                <a:cs typeface="Frutiger Next LT W1G"/>
              </a:rPr>
              <a:t>s reserved.</a:t>
            </a:r>
            <a:endParaRPr lang="en-US" sz="900" b="0" i="0" dirty="0">
              <a:solidFill>
                <a:schemeClr val="bg1">
                  <a:lumMod val="65000"/>
                </a:schemeClr>
              </a:solidFill>
              <a:latin typeface="Frutiger Next LT W1G"/>
              <a:cs typeface="Frutiger Next LT W1G"/>
            </a:endParaRPr>
          </a:p>
        </p:txBody>
      </p:sp>
      <p:pic>
        <p:nvPicPr>
          <p:cNvPr id="6" name="Picture 5" descr="autodesk-logo-rgb-color-logo-black-text-large.png"/>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478612" y="2771429"/>
            <a:ext cx="6178740" cy="1035742"/>
          </a:xfrm>
          <a:prstGeom prst="rect">
            <a:avLst/>
          </a:prstGeom>
        </p:spPr>
      </p:pic>
    </p:spTree>
    <p:extLst>
      <p:ext uri="{BB962C8B-B14F-4D97-AF65-F5344CB8AC3E}">
        <p14:creationId xmlns:p14="http://schemas.microsoft.com/office/powerpoint/2010/main" val="2889972964"/>
      </p:ext>
    </p:extLst>
  </p:cSld>
  <p:clrMapOvr>
    <a:masterClrMapping/>
  </p:clrMapOvr>
  <p:timing>
    <p:tnLst>
      <p:par>
        <p:cTn id="1" dur="indefinite" restart="never" nodeType="tmRoot"/>
      </p:par>
    </p:tnLst>
  </p:timing>
  <p:hf sldNum="0" hdr="0" dt="0"/>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0">
          <a:gsLst>
            <a:gs pos="0">
              <a:schemeClr val="bg1"/>
            </a:gs>
            <a:gs pos="100000">
              <a:schemeClr val="bg1">
                <a:lumMod val="65000"/>
                <a:alpha val="56000"/>
              </a:schemeClr>
            </a:gs>
            <a:gs pos="55000">
              <a:schemeClr val="bg1">
                <a:lumMod val="95000"/>
              </a:schemeClr>
            </a:gs>
          </a:gsLst>
          <a:path path="circle">
            <a:fillToRect l="50000" t="50000" r="50000" b="50000"/>
          </a:path>
          <a:tileRect/>
        </a:gra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05124512"/>
      </p:ext>
    </p:extLst>
  </p:cSld>
  <p:clrMap bg1="lt1" tx1="dk1" bg2="lt2" tx2="dk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3" r:id="rId5"/>
    <p:sldLayoutId id="2147483678" r:id="rId6"/>
    <p:sldLayoutId id="2147483672" r:id="rId7"/>
  </p:sldLayoutIdLst>
  <p:timing>
    <p:tnLst>
      <p:par>
        <p:cTn id="1" dur="indefinite" restart="never" nodeType="tmRoot"/>
      </p:par>
    </p:tnLst>
  </p:timing>
  <p:hf sldNum="0" hdr="0" dt="0"/>
  <p:txStyles>
    <p:titleStyle>
      <a:lvl1pPr algn="l" defTabSz="511960" rtl="0" eaLnBrk="1" latinLnBrk="0" hangingPunct="1">
        <a:spcBef>
          <a:spcPct val="0"/>
        </a:spcBef>
        <a:buNone/>
        <a:defRPr sz="2800" b="1" i="0" kern="1200" baseline="0">
          <a:solidFill>
            <a:srgbClr val="1B58A8"/>
          </a:solidFill>
          <a:latin typeface="Frutiger Next LT W1G"/>
          <a:ea typeface="+mj-ea"/>
          <a:cs typeface="Frutiger Next LT W1G"/>
        </a:defRPr>
      </a:lvl1pPr>
    </p:titleStyle>
    <p:bodyStyle>
      <a:lvl1pPr marL="431961" indent="-431961" algn="l" defTabSz="511960" rtl="0" eaLnBrk="1" latinLnBrk="0" hangingPunct="1">
        <a:spcBef>
          <a:spcPts val="0"/>
        </a:spcBef>
        <a:buFont typeface="Wingdings" charset="2"/>
        <a:buChar char="§"/>
        <a:defRPr sz="2800" b="0" i="0" kern="1200" baseline="0">
          <a:solidFill>
            <a:schemeClr val="tx1"/>
          </a:solidFill>
          <a:latin typeface="Frutiger Next LT W1G"/>
          <a:ea typeface="+mn-ea"/>
          <a:cs typeface="Frutiger Next LT W1G"/>
        </a:defRPr>
      </a:lvl1pPr>
      <a:lvl2pPr marL="831936" indent="-319975" algn="l" defTabSz="511960" rtl="0" eaLnBrk="1" latinLnBrk="0" hangingPunct="1">
        <a:spcBef>
          <a:spcPct val="20000"/>
        </a:spcBef>
        <a:buFont typeface="Wingdings" charset="2"/>
        <a:buChar char="§"/>
        <a:defRPr sz="2300" b="0" i="0" kern="1200">
          <a:solidFill>
            <a:schemeClr val="tx1"/>
          </a:solidFill>
          <a:latin typeface="Frutiger Next LT W1G"/>
          <a:ea typeface="+mn-ea"/>
          <a:cs typeface="Frutiger Next LT W1G"/>
        </a:defRPr>
      </a:lvl2pPr>
      <a:lvl3pPr marL="1279901" indent="-255981" algn="l" defTabSz="511960" rtl="0" eaLnBrk="1" latinLnBrk="0" hangingPunct="1">
        <a:spcBef>
          <a:spcPct val="20000"/>
        </a:spcBef>
        <a:buFont typeface="Wingdings" charset="2"/>
        <a:buChar char="§"/>
        <a:defRPr sz="2000" b="0" i="0" kern="1200">
          <a:solidFill>
            <a:schemeClr val="tx1"/>
          </a:solidFill>
          <a:latin typeface="Frutiger Next LT W1G"/>
          <a:ea typeface="+mn-ea"/>
          <a:cs typeface="Frutiger Next LT W1G"/>
        </a:defRPr>
      </a:lvl3pPr>
      <a:lvl4pPr marL="1791862" indent="-255981" algn="l" defTabSz="511960" rtl="0" eaLnBrk="1" latinLnBrk="0" hangingPunct="1">
        <a:spcBef>
          <a:spcPct val="20000"/>
        </a:spcBef>
        <a:buFont typeface="Wingdings" charset="2"/>
        <a:buChar char="§"/>
        <a:defRPr sz="1700" b="0" i="0" kern="1200">
          <a:solidFill>
            <a:schemeClr val="tx1"/>
          </a:solidFill>
          <a:latin typeface="Frutiger Next LT W1G"/>
          <a:ea typeface="+mn-ea"/>
          <a:cs typeface="Frutiger Next LT W1G"/>
        </a:defRPr>
      </a:lvl4pPr>
      <a:lvl5pPr marL="2303821" indent="-255981" algn="l" defTabSz="511960" rtl="0" eaLnBrk="1" latinLnBrk="0" hangingPunct="1">
        <a:spcBef>
          <a:spcPct val="20000"/>
        </a:spcBef>
        <a:buFont typeface="Wingdings" charset="2"/>
        <a:buChar char="§"/>
        <a:defRPr sz="1500" b="0" i="0" kern="1200">
          <a:solidFill>
            <a:schemeClr val="tx1"/>
          </a:solidFill>
          <a:latin typeface="Frutiger Next LT W1G"/>
          <a:ea typeface="+mn-ea"/>
          <a:cs typeface="Frutiger Next LT W1G"/>
        </a:defRPr>
      </a:lvl5pPr>
      <a:lvl6pPr marL="2815782" indent="-255981" algn="l" defTabSz="511960" rtl="0" eaLnBrk="1" latinLnBrk="0" hangingPunct="1">
        <a:spcBef>
          <a:spcPct val="20000"/>
        </a:spcBef>
        <a:buFont typeface="Arial"/>
        <a:buChar char="•"/>
        <a:defRPr sz="2300" kern="1200">
          <a:solidFill>
            <a:schemeClr val="tx1"/>
          </a:solidFill>
          <a:latin typeface="+mn-lt"/>
          <a:ea typeface="+mn-ea"/>
          <a:cs typeface="+mn-cs"/>
        </a:defRPr>
      </a:lvl6pPr>
      <a:lvl7pPr marL="3327742" indent="-255981" algn="l" defTabSz="511960" rtl="0" eaLnBrk="1" latinLnBrk="0" hangingPunct="1">
        <a:spcBef>
          <a:spcPct val="20000"/>
        </a:spcBef>
        <a:buFont typeface="Arial"/>
        <a:buChar char="•"/>
        <a:defRPr sz="2300" kern="1200">
          <a:solidFill>
            <a:schemeClr val="tx1"/>
          </a:solidFill>
          <a:latin typeface="+mn-lt"/>
          <a:ea typeface="+mn-ea"/>
          <a:cs typeface="+mn-cs"/>
        </a:defRPr>
      </a:lvl7pPr>
      <a:lvl8pPr marL="3839702" indent="-255981" algn="l" defTabSz="511960" rtl="0" eaLnBrk="1" latinLnBrk="0" hangingPunct="1">
        <a:spcBef>
          <a:spcPct val="20000"/>
        </a:spcBef>
        <a:buFont typeface="Arial"/>
        <a:buChar char="•"/>
        <a:defRPr sz="2300" kern="1200">
          <a:solidFill>
            <a:schemeClr val="tx1"/>
          </a:solidFill>
          <a:latin typeface="+mn-lt"/>
          <a:ea typeface="+mn-ea"/>
          <a:cs typeface="+mn-cs"/>
        </a:defRPr>
      </a:lvl8pPr>
      <a:lvl9pPr marL="4351662" indent="-255981" algn="l" defTabSz="511960" rtl="0" eaLnBrk="1" latinLnBrk="0" hangingPunct="1">
        <a:spcBef>
          <a:spcPct val="20000"/>
        </a:spcBef>
        <a:buFont typeface="Arial"/>
        <a:buChar char="•"/>
        <a:defRPr sz="2300" kern="1200">
          <a:solidFill>
            <a:schemeClr val="tx1"/>
          </a:solidFill>
          <a:latin typeface="+mn-lt"/>
          <a:ea typeface="+mn-ea"/>
          <a:cs typeface="+mn-cs"/>
        </a:defRPr>
      </a:lvl9pPr>
    </p:bodyStyle>
    <p:otherStyle>
      <a:defPPr>
        <a:defRPr lang="en-US"/>
      </a:defPPr>
      <a:lvl1pPr marL="0" algn="l" defTabSz="511960" rtl="0" eaLnBrk="1" latinLnBrk="0" hangingPunct="1">
        <a:defRPr sz="2000" kern="1200">
          <a:solidFill>
            <a:schemeClr val="tx1"/>
          </a:solidFill>
          <a:latin typeface="+mn-lt"/>
          <a:ea typeface="+mn-ea"/>
          <a:cs typeface="+mn-cs"/>
        </a:defRPr>
      </a:lvl1pPr>
      <a:lvl2pPr marL="511960" algn="l" defTabSz="511960" rtl="0" eaLnBrk="1" latinLnBrk="0" hangingPunct="1">
        <a:defRPr sz="2000" kern="1200">
          <a:solidFill>
            <a:schemeClr val="tx1"/>
          </a:solidFill>
          <a:latin typeface="+mn-lt"/>
          <a:ea typeface="+mn-ea"/>
          <a:cs typeface="+mn-cs"/>
        </a:defRPr>
      </a:lvl2pPr>
      <a:lvl3pPr marL="1023921" algn="l" defTabSz="511960" rtl="0" eaLnBrk="1" latinLnBrk="0" hangingPunct="1">
        <a:defRPr sz="2000" kern="1200">
          <a:solidFill>
            <a:schemeClr val="tx1"/>
          </a:solidFill>
          <a:latin typeface="+mn-lt"/>
          <a:ea typeface="+mn-ea"/>
          <a:cs typeface="+mn-cs"/>
        </a:defRPr>
      </a:lvl3pPr>
      <a:lvl4pPr marL="1535881" algn="l" defTabSz="511960" rtl="0" eaLnBrk="1" latinLnBrk="0" hangingPunct="1">
        <a:defRPr sz="2000" kern="1200">
          <a:solidFill>
            <a:schemeClr val="tx1"/>
          </a:solidFill>
          <a:latin typeface="+mn-lt"/>
          <a:ea typeface="+mn-ea"/>
          <a:cs typeface="+mn-cs"/>
        </a:defRPr>
      </a:lvl4pPr>
      <a:lvl5pPr marL="2047842" algn="l" defTabSz="511960" rtl="0" eaLnBrk="1" latinLnBrk="0" hangingPunct="1">
        <a:defRPr sz="2000" kern="1200">
          <a:solidFill>
            <a:schemeClr val="tx1"/>
          </a:solidFill>
          <a:latin typeface="+mn-lt"/>
          <a:ea typeface="+mn-ea"/>
          <a:cs typeface="+mn-cs"/>
        </a:defRPr>
      </a:lvl5pPr>
      <a:lvl6pPr marL="2559802" algn="l" defTabSz="511960" rtl="0" eaLnBrk="1" latinLnBrk="0" hangingPunct="1">
        <a:defRPr sz="2000" kern="1200">
          <a:solidFill>
            <a:schemeClr val="tx1"/>
          </a:solidFill>
          <a:latin typeface="+mn-lt"/>
          <a:ea typeface="+mn-ea"/>
          <a:cs typeface="+mn-cs"/>
        </a:defRPr>
      </a:lvl6pPr>
      <a:lvl7pPr marL="3071762" algn="l" defTabSz="511960" rtl="0" eaLnBrk="1" latinLnBrk="0" hangingPunct="1">
        <a:defRPr sz="2000" kern="1200">
          <a:solidFill>
            <a:schemeClr val="tx1"/>
          </a:solidFill>
          <a:latin typeface="+mn-lt"/>
          <a:ea typeface="+mn-ea"/>
          <a:cs typeface="+mn-cs"/>
        </a:defRPr>
      </a:lvl7pPr>
      <a:lvl8pPr marL="3583723" algn="l" defTabSz="511960" rtl="0" eaLnBrk="1" latinLnBrk="0" hangingPunct="1">
        <a:defRPr sz="2000" kern="1200">
          <a:solidFill>
            <a:schemeClr val="tx1"/>
          </a:solidFill>
          <a:latin typeface="+mn-lt"/>
          <a:ea typeface="+mn-ea"/>
          <a:cs typeface="+mn-cs"/>
        </a:defRPr>
      </a:lvl8pPr>
      <a:lvl9pPr marL="4095683" algn="l" defTabSz="511960" rtl="0" eaLnBrk="1" latinLnBrk="0" hangingPunct="1">
        <a:defRPr sz="20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p:txBody>
          <a:bodyPr/>
          <a:lstStyle/>
          <a:p>
            <a:r>
              <a:rPr lang="en-US" dirty="0" smtClean="0"/>
              <a:t>Publishing Revit 2013 Apps</a:t>
            </a:r>
            <a:endParaRPr lang="en-US" dirty="0"/>
          </a:p>
        </p:txBody>
      </p:sp>
      <p:sp>
        <p:nvSpPr>
          <p:cNvPr id="3" name="Text Placeholder 4"/>
          <p:cNvSpPr>
            <a:spLocks noGrp="1"/>
          </p:cNvSpPr>
          <p:nvPr>
            <p:ph type="body" sz="quarter" idx="14"/>
          </p:nvPr>
        </p:nvSpPr>
        <p:spPr>
          <a:xfrm>
            <a:off x="457202" y="2117128"/>
            <a:ext cx="5397358" cy="315214"/>
          </a:xfrm>
        </p:spPr>
        <p:txBody>
          <a:bodyPr/>
          <a:lstStyle/>
          <a:p>
            <a:r>
              <a:rPr lang="en-US" dirty="0"/>
              <a:t>Autodesk Exchange for Autodesk</a:t>
            </a:r>
            <a:r>
              <a:rPr lang="en-US" baseline="30000" dirty="0"/>
              <a:t>®</a:t>
            </a:r>
            <a:r>
              <a:rPr lang="en-US" dirty="0"/>
              <a:t> Revit</a:t>
            </a:r>
            <a:r>
              <a:rPr lang="en-US" baseline="30000" dirty="0"/>
              <a:t>®  </a:t>
            </a:r>
          </a:p>
        </p:txBody>
      </p:sp>
    </p:spTree>
    <p:extLst>
      <p:ext uri="{BB962C8B-B14F-4D97-AF65-F5344CB8AC3E}">
        <p14:creationId xmlns:p14="http://schemas.microsoft.com/office/powerpoint/2010/main" val="39624790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400" dirty="0" smtClean="0"/>
              <a:t>Revit 2013 does not support the common store location or PackageContents.xml (implemented in Revit 2014 and above) </a:t>
            </a:r>
          </a:p>
          <a:p>
            <a:r>
              <a:rPr lang="en-US" sz="2400" dirty="0" smtClean="0"/>
              <a:t>As a workaround for 2013, the installer will place a copy of bundle under the following locations:</a:t>
            </a:r>
          </a:p>
          <a:p>
            <a:pPr lvl="1"/>
            <a:r>
              <a:rPr lang="en-US" sz="1800" dirty="0" smtClean="0"/>
              <a:t>%</a:t>
            </a:r>
            <a:r>
              <a:rPr lang="en-US" sz="1800" dirty="0" err="1" smtClean="0"/>
              <a:t>ProgramData</a:t>
            </a:r>
            <a:r>
              <a:rPr lang="en-US" sz="1800" dirty="0" smtClean="0"/>
              <a:t>%\Autodesk\Revit\</a:t>
            </a:r>
            <a:r>
              <a:rPr lang="en-US" sz="1800" dirty="0" err="1" smtClean="0"/>
              <a:t>Addins</a:t>
            </a:r>
            <a:r>
              <a:rPr lang="en-US" sz="1800" dirty="0" smtClean="0"/>
              <a:t>\2013\  (All user, default) </a:t>
            </a:r>
          </a:p>
          <a:p>
            <a:pPr lvl="1"/>
            <a:r>
              <a:rPr lang="en-US" sz="1800" dirty="0" smtClean="0"/>
              <a:t>%</a:t>
            </a:r>
            <a:r>
              <a:rPr lang="en-US" sz="1800" dirty="0" err="1" smtClean="0"/>
              <a:t>AppData</a:t>
            </a:r>
            <a:r>
              <a:rPr lang="en-US" sz="1800" dirty="0" smtClean="0"/>
              <a:t>%\Autodesk\Revit\</a:t>
            </a:r>
            <a:r>
              <a:rPr lang="en-US" sz="1800" dirty="0" err="1" smtClean="0"/>
              <a:t>Addins</a:t>
            </a:r>
            <a:r>
              <a:rPr lang="en-US" sz="1800" dirty="0" smtClean="0"/>
              <a:t>\2013\ (Per user) </a:t>
            </a:r>
          </a:p>
          <a:p>
            <a:r>
              <a:rPr lang="en-US" sz="2400" dirty="0" smtClean="0"/>
              <a:t>Place .</a:t>
            </a:r>
            <a:r>
              <a:rPr lang="en-US" sz="2400" dirty="0" err="1" smtClean="0"/>
              <a:t>addin</a:t>
            </a:r>
            <a:r>
              <a:rPr lang="en-US" sz="2400" dirty="0" smtClean="0"/>
              <a:t> and .bundle at the same level with the same name: </a:t>
            </a:r>
          </a:p>
          <a:p>
            <a:pPr lvl="1"/>
            <a:r>
              <a:rPr lang="en-US" sz="2000" dirty="0" smtClean="0"/>
              <a:t>&lt;</a:t>
            </a:r>
            <a:r>
              <a:rPr lang="en-US" sz="2000" dirty="0" err="1" smtClean="0"/>
              <a:t>MyApp</a:t>
            </a:r>
            <a:r>
              <a:rPr lang="en-US" sz="2000" dirty="0" smtClean="0"/>
              <a:t>&gt;.</a:t>
            </a:r>
            <a:r>
              <a:rPr lang="en-US" sz="2000" dirty="0" err="1" smtClean="0"/>
              <a:t>addin</a:t>
            </a:r>
            <a:endParaRPr lang="en-US" sz="2000" dirty="0" smtClean="0"/>
          </a:p>
          <a:p>
            <a:pPr lvl="1"/>
            <a:r>
              <a:rPr lang="en-US" sz="2000" dirty="0" smtClean="0"/>
              <a:t>&lt;</a:t>
            </a:r>
            <a:r>
              <a:rPr lang="en-US" sz="2000" dirty="0" err="1" smtClean="0"/>
              <a:t>MyApp</a:t>
            </a:r>
            <a:r>
              <a:rPr lang="en-US" sz="2000" dirty="0" smtClean="0"/>
              <a:t>&gt;.bundle  </a:t>
            </a:r>
          </a:p>
          <a:p>
            <a:pPr lvl="1"/>
            <a:r>
              <a:rPr lang="en-US" sz="2000" dirty="0" smtClean="0"/>
              <a:t>Use relative path in .</a:t>
            </a:r>
            <a:r>
              <a:rPr lang="en-US" sz="2000" dirty="0" err="1" smtClean="0"/>
              <a:t>addin</a:t>
            </a:r>
            <a:r>
              <a:rPr lang="en-US" sz="2000" dirty="0" smtClean="0"/>
              <a:t>: </a:t>
            </a:r>
          </a:p>
          <a:p>
            <a:pPr marL="0" lvl="0" indent="0" defTabSz="914400">
              <a:buClrTx/>
              <a:buSzTx/>
              <a:buNone/>
              <a:defRPr/>
            </a:pPr>
            <a:r>
              <a:rPr lang="en-US" sz="1600" kern="0" dirty="0" smtClean="0">
                <a:solidFill>
                  <a:srgbClr val="0000FF"/>
                </a:solidFill>
              </a:rPr>
              <a:t>    	&lt;</a:t>
            </a:r>
            <a:r>
              <a:rPr lang="en-US" sz="1600" kern="0" dirty="0">
                <a:solidFill>
                  <a:srgbClr val="A31515"/>
                </a:solidFill>
              </a:rPr>
              <a:t>Assembly</a:t>
            </a:r>
            <a:r>
              <a:rPr lang="en-US" sz="1600" kern="0" dirty="0" smtClean="0">
                <a:solidFill>
                  <a:srgbClr val="0000FF"/>
                </a:solidFill>
              </a:rPr>
              <a:t>&gt;</a:t>
            </a:r>
            <a:r>
              <a:rPr lang="en-US" sz="1600" kern="0" dirty="0" smtClean="0">
                <a:solidFill>
                  <a:prstClr val="black"/>
                </a:solidFill>
              </a:rPr>
              <a:t>.\&lt;</a:t>
            </a:r>
            <a:r>
              <a:rPr lang="en-US" sz="1600" kern="0" dirty="0" err="1" smtClean="0">
                <a:solidFill>
                  <a:prstClr val="black"/>
                </a:solidFill>
              </a:rPr>
              <a:t>MyApp</a:t>
            </a:r>
            <a:r>
              <a:rPr lang="en-US" sz="1600" kern="0" dirty="0" smtClean="0">
                <a:solidFill>
                  <a:prstClr val="black"/>
                </a:solidFill>
              </a:rPr>
              <a:t>&gt;.bundle\Contents\MyApp.dll</a:t>
            </a:r>
            <a:r>
              <a:rPr lang="en-US" sz="1600" kern="0" dirty="0" smtClean="0">
                <a:solidFill>
                  <a:srgbClr val="0000FF"/>
                </a:solidFill>
              </a:rPr>
              <a:t>&lt;/</a:t>
            </a:r>
            <a:r>
              <a:rPr lang="en-US" sz="1600" kern="0" dirty="0">
                <a:solidFill>
                  <a:srgbClr val="A31515"/>
                </a:solidFill>
              </a:rPr>
              <a:t>Assembly</a:t>
            </a:r>
            <a:r>
              <a:rPr lang="en-US" sz="1600" kern="0" dirty="0">
                <a:solidFill>
                  <a:srgbClr val="0000FF"/>
                </a:solidFill>
              </a:rPr>
              <a:t>&gt;</a:t>
            </a:r>
          </a:p>
          <a:p>
            <a:pPr lvl="1"/>
            <a:endParaRPr lang="en-US" sz="2000" dirty="0"/>
          </a:p>
        </p:txBody>
      </p:sp>
      <p:sp>
        <p:nvSpPr>
          <p:cNvPr id="3" name="Title 2"/>
          <p:cNvSpPr>
            <a:spLocks noGrp="1"/>
          </p:cNvSpPr>
          <p:nvPr>
            <p:ph type="title"/>
          </p:nvPr>
        </p:nvSpPr>
        <p:spPr/>
        <p:txBody>
          <a:bodyPr/>
          <a:lstStyle/>
          <a:p>
            <a:r>
              <a:rPr lang="en-US" dirty="0" smtClean="0"/>
              <a:t>Publishing Apps for Revit 2013 </a:t>
            </a:r>
            <a:endParaRPr lang="en-US" dirty="0"/>
          </a:p>
        </p:txBody>
      </p:sp>
    </p:spTree>
    <p:extLst>
      <p:ext uri="{BB962C8B-B14F-4D97-AF65-F5344CB8AC3E}">
        <p14:creationId xmlns:p14="http://schemas.microsoft.com/office/powerpoint/2010/main" val="16020583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Bundle Folder Structure for 2013</a:t>
            </a:r>
            <a:br>
              <a:rPr lang="en-US" dirty="0" smtClean="0"/>
            </a:br>
            <a:r>
              <a:rPr lang="en-US" dirty="0" smtClean="0"/>
              <a:t>(1) Typical Single App</a:t>
            </a:r>
            <a:endParaRPr lang="en-US" dirty="0"/>
          </a:p>
        </p:txBody>
      </p:sp>
      <p:sp>
        <p:nvSpPr>
          <p:cNvPr id="3" name="Content Placeholder 2"/>
          <p:cNvSpPr>
            <a:spLocks noGrp="1"/>
          </p:cNvSpPr>
          <p:nvPr>
            <p:ph idx="1"/>
          </p:nvPr>
        </p:nvSpPr>
        <p:spPr>
          <a:xfrm>
            <a:off x="1001486" y="1508760"/>
            <a:ext cx="7681951" cy="4709161"/>
          </a:xfrm>
        </p:spPr>
        <p:txBody>
          <a:bodyPr/>
          <a:lstStyle/>
          <a:p>
            <a:pPr marL="0" indent="0">
              <a:buNone/>
            </a:pPr>
            <a:r>
              <a:rPr lang="en-US" dirty="0"/>
              <a:t>&lt;</a:t>
            </a:r>
            <a:r>
              <a:rPr lang="en-US" dirty="0" err="1"/>
              <a:t>myApp</a:t>
            </a:r>
            <a:r>
              <a:rPr lang="en-US" dirty="0"/>
              <a:t>&gt;.</a:t>
            </a:r>
            <a:r>
              <a:rPr lang="en-US" dirty="0" err="1">
                <a:solidFill>
                  <a:schemeClr val="accent3">
                    <a:lumMod val="75000"/>
                  </a:schemeClr>
                </a:solidFill>
              </a:rPr>
              <a:t>addin</a:t>
            </a:r>
            <a:endParaRPr lang="en-US" dirty="0">
              <a:solidFill>
                <a:schemeClr val="accent3">
                  <a:lumMod val="75000"/>
                </a:schemeClr>
              </a:solidFill>
            </a:endParaRPr>
          </a:p>
          <a:p>
            <a:pPr marL="0" indent="0">
              <a:buNone/>
            </a:pPr>
            <a:r>
              <a:rPr lang="en-US" dirty="0" smtClean="0"/>
              <a:t>&lt;</a:t>
            </a:r>
            <a:r>
              <a:rPr lang="en-US" dirty="0" err="1" smtClean="0"/>
              <a:t>myApp</a:t>
            </a:r>
            <a:r>
              <a:rPr lang="en-US" dirty="0" smtClean="0"/>
              <a:t>&gt;</a:t>
            </a:r>
            <a:r>
              <a:rPr lang="en-US" dirty="0" smtClean="0">
                <a:solidFill>
                  <a:schemeClr val="accent2">
                    <a:lumMod val="75000"/>
                  </a:schemeClr>
                </a:solidFill>
              </a:rPr>
              <a:t>.bundle</a:t>
            </a:r>
            <a:endParaRPr lang="en-US" dirty="0"/>
          </a:p>
          <a:p>
            <a:pPr marL="0" indent="0">
              <a:buNone/>
            </a:pPr>
            <a:r>
              <a:rPr lang="en-US" dirty="0"/>
              <a:t>	</a:t>
            </a:r>
            <a:r>
              <a:rPr lang="en-US" dirty="0" smtClean="0"/>
              <a:t>PackageContents.xml </a:t>
            </a:r>
            <a:endParaRPr lang="en-US" dirty="0"/>
          </a:p>
          <a:p>
            <a:pPr marL="0" indent="0">
              <a:buNone/>
            </a:pPr>
            <a:r>
              <a:rPr lang="en-US" dirty="0"/>
              <a:t>	</a:t>
            </a:r>
            <a:r>
              <a:rPr lang="en-US" dirty="0" smtClean="0"/>
              <a:t>Contents</a:t>
            </a:r>
            <a:endParaRPr lang="en-US" dirty="0"/>
          </a:p>
          <a:p>
            <a:pPr marL="0" indent="0">
              <a:buNone/>
            </a:pPr>
            <a:r>
              <a:rPr lang="en-US" dirty="0"/>
              <a:t>		</a:t>
            </a:r>
            <a:r>
              <a:rPr lang="en-US" dirty="0" smtClean="0"/>
              <a:t>&lt;</a:t>
            </a:r>
            <a:r>
              <a:rPr lang="en-US" dirty="0" err="1" smtClean="0"/>
              <a:t>myApp</a:t>
            </a:r>
            <a:r>
              <a:rPr lang="en-US" dirty="0" smtClean="0"/>
              <a:t>&gt;.dll</a:t>
            </a:r>
            <a:endParaRPr lang="en-US" dirty="0"/>
          </a:p>
          <a:p>
            <a:pPr marL="0" indent="0">
              <a:buNone/>
            </a:pPr>
            <a:r>
              <a:rPr lang="en-US" dirty="0"/>
              <a:t>		&lt;</a:t>
            </a:r>
            <a:r>
              <a:rPr lang="en-US" dirty="0" err="1"/>
              <a:t>myApp</a:t>
            </a:r>
            <a:r>
              <a:rPr lang="en-US" dirty="0"/>
              <a:t>&gt;.</a:t>
            </a:r>
            <a:r>
              <a:rPr lang="en-US" dirty="0" err="1">
                <a:solidFill>
                  <a:schemeClr val="accent3">
                    <a:lumMod val="75000"/>
                  </a:schemeClr>
                </a:solidFill>
              </a:rPr>
              <a:t>addin</a:t>
            </a:r>
            <a:endParaRPr lang="en-US" dirty="0">
              <a:solidFill>
                <a:schemeClr val="accent3">
                  <a:lumMod val="75000"/>
                </a:schemeClr>
              </a:solidFill>
            </a:endParaRPr>
          </a:p>
          <a:p>
            <a:pPr marL="0" indent="0">
              <a:buNone/>
            </a:pPr>
            <a:r>
              <a:rPr lang="en-US" dirty="0" smtClean="0"/>
              <a:t>		Resources</a:t>
            </a:r>
          </a:p>
          <a:p>
            <a:pPr marL="0" indent="0">
              <a:buNone/>
            </a:pPr>
            <a:r>
              <a:rPr lang="en-US" dirty="0"/>
              <a:t>	</a:t>
            </a:r>
            <a:r>
              <a:rPr lang="en-US" dirty="0" smtClean="0"/>
              <a:t>		myIconImage.png</a:t>
            </a:r>
          </a:p>
          <a:p>
            <a:pPr marL="0" indent="0">
              <a:buNone/>
            </a:pPr>
            <a:r>
              <a:rPr lang="en-US" dirty="0"/>
              <a:t>	</a:t>
            </a:r>
            <a:r>
              <a:rPr lang="en-US" dirty="0" smtClean="0"/>
              <a:t>		myHelp.html</a:t>
            </a:r>
          </a:p>
          <a:p>
            <a:pPr marL="0" indent="0">
              <a:buNone/>
            </a:pPr>
            <a:r>
              <a:rPr lang="en-US" dirty="0"/>
              <a:t>	</a:t>
            </a:r>
            <a:r>
              <a:rPr lang="en-US" dirty="0" smtClean="0"/>
              <a:t>		&lt;any </a:t>
            </a:r>
            <a:r>
              <a:rPr lang="en-US" dirty="0"/>
              <a:t>other supporting </a:t>
            </a:r>
            <a:r>
              <a:rPr lang="en-US" dirty="0" smtClean="0"/>
              <a:t>files/folders</a:t>
            </a:r>
            <a:r>
              <a:rPr lang="en-US" dirty="0"/>
              <a:t>&gt;</a:t>
            </a:r>
          </a:p>
          <a:p>
            <a:pPr marL="0" indent="0">
              <a:buNone/>
            </a:pPr>
            <a:endParaRPr lang="en-US" dirty="0"/>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7095" y="1940354"/>
            <a:ext cx="324391" cy="505868"/>
          </a:xfrm>
          <a:prstGeom prst="rect">
            <a:avLst/>
          </a:prstGeom>
        </p:spPr>
      </p:pic>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73472" y="2846816"/>
            <a:ext cx="324391" cy="505868"/>
          </a:xfrm>
          <a:prstGeom prst="rect">
            <a:avLst/>
          </a:prstGeom>
        </p:spPr>
      </p:pic>
      <p:pic>
        <p:nvPicPr>
          <p:cNvPr id="13" name="Picture 1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44809" y="3998400"/>
            <a:ext cx="324391" cy="505868"/>
          </a:xfrm>
          <a:prstGeom prst="rect">
            <a:avLst/>
          </a:prstGeom>
        </p:spPr>
      </p:pic>
      <p:sp>
        <p:nvSpPr>
          <p:cNvPr id="7" name="Rectangle 6"/>
          <p:cNvSpPr/>
          <p:nvPr/>
        </p:nvSpPr>
        <p:spPr>
          <a:xfrm>
            <a:off x="1545771" y="2384491"/>
            <a:ext cx="7061463" cy="3526451"/>
          </a:xfrm>
          <a:prstGeom prst="rect">
            <a:avLst/>
          </a:prstGeom>
          <a:noFill/>
          <a:ln w="19050">
            <a:solidFill>
              <a:schemeClr val="accent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Box 7"/>
          <p:cNvSpPr txBox="1"/>
          <p:nvPr/>
        </p:nvSpPr>
        <p:spPr>
          <a:xfrm>
            <a:off x="5374178" y="2384492"/>
            <a:ext cx="3265715" cy="646331"/>
          </a:xfrm>
          <a:prstGeom prst="rect">
            <a:avLst/>
          </a:prstGeom>
          <a:noFill/>
        </p:spPr>
        <p:txBody>
          <a:bodyPr wrap="square" rtlCol="0">
            <a:spAutoFit/>
          </a:bodyPr>
          <a:lstStyle/>
          <a:p>
            <a:pPr algn="r"/>
            <a:r>
              <a:rPr lang="en-US" sz="1800" dirty="0" smtClean="0">
                <a:solidFill>
                  <a:schemeClr val="accent3"/>
                </a:solidFill>
              </a:rPr>
              <a:t>Organize and place necessary files under .bundle</a:t>
            </a:r>
          </a:p>
        </p:txBody>
      </p:sp>
      <p:sp>
        <p:nvSpPr>
          <p:cNvPr id="4" name="Curved Left Arrow 3"/>
          <p:cNvSpPr/>
          <p:nvPr/>
        </p:nvSpPr>
        <p:spPr>
          <a:xfrm rot="9281937" flipH="1">
            <a:off x="4180620" y="1312846"/>
            <a:ext cx="839943" cy="2482816"/>
          </a:xfrm>
          <a:prstGeom prst="curvedLeftArrow">
            <a:avLst>
              <a:gd name="adj1" fmla="val 9587"/>
              <a:gd name="adj2" fmla="val 31725"/>
              <a:gd name="adj3" fmla="val 25000"/>
            </a:avLst>
          </a:prstGeom>
          <a:gradFill>
            <a:gsLst>
              <a:gs pos="0">
                <a:schemeClr val="accent2"/>
              </a:gs>
              <a:gs pos="100000">
                <a:schemeClr val="accent1">
                  <a:tint val="50000"/>
                  <a:shade val="100000"/>
                  <a:satMod val="350000"/>
                </a:schemeClr>
              </a:gs>
            </a:gsLst>
          </a:gradFill>
          <a:ln>
            <a:solidFill>
              <a:schemeClr val="accent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5" name="Rounded Rectangular Callout 4"/>
          <p:cNvSpPr/>
          <p:nvPr/>
        </p:nvSpPr>
        <p:spPr>
          <a:xfrm>
            <a:off x="5255761" y="1252442"/>
            <a:ext cx="2766575" cy="833161"/>
          </a:xfrm>
          <a:prstGeom prst="wedgeRoundRectCallout">
            <a:avLst>
              <a:gd name="adj1" fmla="val -51164"/>
              <a:gd name="adj2" fmla="val 104272"/>
              <a:gd name="adj3" fmla="val 16667"/>
            </a:avLst>
          </a:prstGeom>
          <a:noFill/>
          <a:ln w="19050">
            <a:solidFill>
              <a:schemeClr val="accent2"/>
            </a:solidFill>
          </a:ln>
        </p:spPr>
        <p:style>
          <a:lnRef idx="1">
            <a:schemeClr val="accent1"/>
          </a:lnRef>
          <a:fillRef idx="3">
            <a:schemeClr val="accent1"/>
          </a:fillRef>
          <a:effectRef idx="2">
            <a:schemeClr val="accent1"/>
          </a:effectRef>
          <a:fontRef idx="minor">
            <a:schemeClr val="lt1"/>
          </a:fontRef>
        </p:style>
        <p:txBody>
          <a:bodyPr rtlCol="0" anchor="ctr"/>
          <a:lstStyle/>
          <a:p>
            <a:r>
              <a:rPr lang="en-US" sz="1800" dirty="0" smtClean="0">
                <a:solidFill>
                  <a:schemeClr val="tx1"/>
                </a:solidFill>
              </a:rPr>
              <a:t>Keep a copy of .</a:t>
            </a:r>
            <a:r>
              <a:rPr lang="en-US" sz="1800" dirty="0" err="1" smtClean="0">
                <a:solidFill>
                  <a:schemeClr val="tx1"/>
                </a:solidFill>
              </a:rPr>
              <a:t>addin</a:t>
            </a:r>
            <a:r>
              <a:rPr lang="en-US" sz="1800" dirty="0" smtClean="0">
                <a:solidFill>
                  <a:schemeClr val="tx1"/>
                </a:solidFill>
              </a:rPr>
              <a:t> out side of the bundle. </a:t>
            </a:r>
            <a:endParaRPr lang="en-US" sz="1800" dirty="0">
              <a:solidFill>
                <a:schemeClr val="tx1"/>
              </a:solidFill>
            </a:endParaRPr>
          </a:p>
        </p:txBody>
      </p:sp>
    </p:spTree>
    <p:extLst>
      <p:ext uri="{BB962C8B-B14F-4D97-AF65-F5344CB8AC3E}">
        <p14:creationId xmlns:p14="http://schemas.microsoft.com/office/powerpoint/2010/main" val="32619055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Bundle Folder Structure for 2013 </a:t>
            </a:r>
            <a:br>
              <a:rPr lang="en-US" dirty="0" smtClean="0"/>
            </a:br>
            <a:r>
              <a:rPr lang="en-US" dirty="0" smtClean="0"/>
              <a:t>(2) App Supporting Multiple Versions</a:t>
            </a:r>
            <a:endParaRPr lang="en-US" dirty="0"/>
          </a:p>
        </p:txBody>
      </p:sp>
      <p:sp>
        <p:nvSpPr>
          <p:cNvPr id="3" name="Content Placeholder 2"/>
          <p:cNvSpPr>
            <a:spLocks noGrp="1"/>
          </p:cNvSpPr>
          <p:nvPr>
            <p:ph idx="1"/>
          </p:nvPr>
        </p:nvSpPr>
        <p:spPr>
          <a:xfrm>
            <a:off x="1001487" y="1508760"/>
            <a:ext cx="7324036" cy="4489753"/>
          </a:xfrm>
        </p:spPr>
        <p:txBody>
          <a:bodyPr/>
          <a:lstStyle/>
          <a:p>
            <a:pPr marL="0" indent="0">
              <a:buNone/>
            </a:pPr>
            <a:r>
              <a:rPr lang="en-US" sz="2000" dirty="0"/>
              <a:t>&lt;</a:t>
            </a:r>
            <a:r>
              <a:rPr lang="en-US" sz="2000" dirty="0" err="1"/>
              <a:t>myApp</a:t>
            </a:r>
            <a:r>
              <a:rPr lang="en-US" sz="2000" dirty="0"/>
              <a:t>&gt;.</a:t>
            </a:r>
            <a:r>
              <a:rPr lang="en-US" sz="2000" dirty="0" err="1">
                <a:solidFill>
                  <a:schemeClr val="accent3"/>
                </a:solidFill>
              </a:rPr>
              <a:t>addin</a:t>
            </a:r>
            <a:endParaRPr lang="en-US" sz="2000" dirty="0">
              <a:solidFill>
                <a:schemeClr val="accent3"/>
              </a:solidFill>
            </a:endParaRPr>
          </a:p>
          <a:p>
            <a:pPr marL="0" indent="0">
              <a:buNone/>
            </a:pPr>
            <a:r>
              <a:rPr lang="en-US" sz="2000" dirty="0" smtClean="0"/>
              <a:t>&lt;</a:t>
            </a:r>
            <a:r>
              <a:rPr lang="en-US" sz="2000" dirty="0" err="1" smtClean="0"/>
              <a:t>myApp</a:t>
            </a:r>
            <a:r>
              <a:rPr lang="en-US" sz="2000" dirty="0" smtClean="0"/>
              <a:t>&gt;</a:t>
            </a:r>
            <a:r>
              <a:rPr lang="en-US" sz="2000" dirty="0" smtClean="0">
                <a:solidFill>
                  <a:schemeClr val="accent2">
                    <a:lumMod val="75000"/>
                  </a:schemeClr>
                </a:solidFill>
              </a:rPr>
              <a:t>.bundle</a:t>
            </a:r>
            <a:endParaRPr lang="en-US" sz="2000" dirty="0"/>
          </a:p>
          <a:p>
            <a:pPr marL="0" indent="0">
              <a:buNone/>
            </a:pPr>
            <a:r>
              <a:rPr lang="en-US" sz="2000" dirty="0"/>
              <a:t>	</a:t>
            </a:r>
            <a:r>
              <a:rPr lang="en-US" sz="2000" dirty="0" smtClean="0">
                <a:solidFill>
                  <a:schemeClr val="accent1">
                    <a:lumMod val="75000"/>
                  </a:schemeClr>
                </a:solidFill>
              </a:rPr>
              <a:t>PackageContents.xml </a:t>
            </a:r>
            <a:endParaRPr lang="en-US" sz="2000" dirty="0">
              <a:solidFill>
                <a:schemeClr val="accent1">
                  <a:lumMod val="75000"/>
                </a:schemeClr>
              </a:solidFill>
            </a:endParaRPr>
          </a:p>
          <a:p>
            <a:pPr marL="0" indent="0">
              <a:buNone/>
            </a:pPr>
            <a:r>
              <a:rPr lang="en-US" sz="2000" dirty="0"/>
              <a:t>	</a:t>
            </a:r>
            <a:r>
              <a:rPr lang="en-US" sz="2000" dirty="0" smtClean="0"/>
              <a:t>Contents</a:t>
            </a:r>
            <a:endParaRPr lang="en-US" sz="2000" dirty="0"/>
          </a:p>
          <a:p>
            <a:pPr marL="0" indent="0">
              <a:buNone/>
            </a:pPr>
            <a:r>
              <a:rPr lang="en-US" sz="2000" dirty="0"/>
              <a:t>		</a:t>
            </a:r>
            <a:r>
              <a:rPr lang="en-US" sz="2000" dirty="0" smtClean="0"/>
              <a:t>2014 </a:t>
            </a:r>
          </a:p>
          <a:p>
            <a:pPr marL="0" indent="0">
              <a:buNone/>
            </a:pPr>
            <a:r>
              <a:rPr lang="en-US" sz="2000" dirty="0"/>
              <a:t>	</a:t>
            </a:r>
            <a:r>
              <a:rPr lang="en-US" sz="2000" dirty="0" smtClean="0"/>
              <a:t>		&lt;</a:t>
            </a:r>
            <a:r>
              <a:rPr lang="en-US" sz="2000" dirty="0" err="1" smtClean="0"/>
              <a:t>myApp</a:t>
            </a:r>
            <a:r>
              <a:rPr lang="en-US" sz="2000" dirty="0" smtClean="0"/>
              <a:t>&gt;.dll</a:t>
            </a:r>
            <a:endParaRPr lang="en-US" sz="2000" dirty="0"/>
          </a:p>
          <a:p>
            <a:pPr marL="0" indent="0">
              <a:buNone/>
            </a:pPr>
            <a:r>
              <a:rPr lang="en-US" sz="2000" dirty="0"/>
              <a:t>		</a:t>
            </a:r>
            <a:r>
              <a:rPr lang="en-US" sz="2000" dirty="0" smtClean="0"/>
              <a:t>	&lt;</a:t>
            </a:r>
            <a:r>
              <a:rPr lang="en-US" sz="2000" dirty="0" err="1" smtClean="0"/>
              <a:t>myApp</a:t>
            </a:r>
            <a:r>
              <a:rPr lang="en-US" sz="2000" dirty="0" smtClean="0"/>
              <a:t>&gt;.</a:t>
            </a:r>
            <a:r>
              <a:rPr lang="en-US" sz="2000" dirty="0" err="1" smtClean="0"/>
              <a:t>addin</a:t>
            </a:r>
            <a:endParaRPr lang="en-US" sz="2000" dirty="0"/>
          </a:p>
          <a:p>
            <a:pPr marL="0" indent="0">
              <a:buNone/>
            </a:pPr>
            <a:r>
              <a:rPr lang="en-US" sz="2000" dirty="0"/>
              <a:t>	</a:t>
            </a:r>
            <a:r>
              <a:rPr lang="en-US" sz="2000" dirty="0" smtClean="0"/>
              <a:t>	2013 </a:t>
            </a:r>
            <a:endParaRPr lang="en-US" sz="2000" dirty="0"/>
          </a:p>
          <a:p>
            <a:pPr marL="0" indent="0">
              <a:buNone/>
            </a:pPr>
            <a:r>
              <a:rPr lang="en-US" sz="2000" dirty="0"/>
              <a:t>			&lt;</a:t>
            </a:r>
            <a:r>
              <a:rPr lang="en-US" sz="2000" dirty="0" err="1"/>
              <a:t>myApp</a:t>
            </a:r>
            <a:r>
              <a:rPr lang="en-US" sz="2000" dirty="0"/>
              <a:t>&gt;.</a:t>
            </a:r>
            <a:r>
              <a:rPr lang="en-US" sz="2000" dirty="0" err="1"/>
              <a:t>dll</a:t>
            </a:r>
            <a:endParaRPr lang="en-US" sz="2000" dirty="0"/>
          </a:p>
          <a:p>
            <a:pPr marL="0" indent="0">
              <a:buNone/>
            </a:pPr>
            <a:r>
              <a:rPr lang="en-US" sz="2000" dirty="0"/>
              <a:t>			&lt;</a:t>
            </a:r>
            <a:r>
              <a:rPr lang="en-US" sz="2000" dirty="0" err="1"/>
              <a:t>myApp</a:t>
            </a:r>
            <a:r>
              <a:rPr lang="en-US" sz="2000" dirty="0"/>
              <a:t>&gt;.</a:t>
            </a:r>
            <a:r>
              <a:rPr lang="en-US" sz="2000" dirty="0" err="1">
                <a:solidFill>
                  <a:schemeClr val="accent3"/>
                </a:solidFill>
              </a:rPr>
              <a:t>addin</a:t>
            </a:r>
            <a:endParaRPr lang="en-US" sz="2000" dirty="0">
              <a:solidFill>
                <a:schemeClr val="accent3"/>
              </a:solidFill>
            </a:endParaRPr>
          </a:p>
          <a:p>
            <a:pPr marL="0" indent="0">
              <a:buNone/>
            </a:pPr>
            <a:r>
              <a:rPr lang="en-US" sz="2000" dirty="0"/>
              <a:t>		</a:t>
            </a:r>
            <a:r>
              <a:rPr lang="en-US" sz="2000" dirty="0" smtClean="0"/>
              <a:t>Resources</a:t>
            </a:r>
            <a:endParaRPr lang="en-US" sz="2000" dirty="0"/>
          </a:p>
          <a:p>
            <a:pPr marL="0" indent="0">
              <a:buNone/>
            </a:pPr>
            <a:r>
              <a:rPr lang="en-US" sz="2000" dirty="0"/>
              <a:t>			</a:t>
            </a:r>
            <a:r>
              <a:rPr lang="en-US" sz="2000" dirty="0" smtClean="0"/>
              <a:t>myIconImage.png</a:t>
            </a:r>
            <a:endParaRPr lang="en-US" sz="2000" dirty="0"/>
          </a:p>
          <a:p>
            <a:pPr marL="0" indent="0">
              <a:buNone/>
            </a:pPr>
            <a:r>
              <a:rPr lang="en-US" sz="2000" dirty="0"/>
              <a:t>			</a:t>
            </a:r>
            <a:r>
              <a:rPr lang="en-US" sz="2000" dirty="0" smtClean="0"/>
              <a:t>myHelp.html</a:t>
            </a:r>
            <a:endParaRPr lang="en-US" sz="2000" dirty="0"/>
          </a:p>
          <a:p>
            <a:pPr marL="0" indent="0">
              <a:buNone/>
            </a:pPr>
            <a:r>
              <a:rPr lang="en-US" sz="2000" dirty="0"/>
              <a:t>			</a:t>
            </a:r>
            <a:r>
              <a:rPr lang="en-US" sz="2000" dirty="0" smtClean="0"/>
              <a:t>&lt;</a:t>
            </a:r>
            <a:r>
              <a:rPr lang="en-US" sz="2000" dirty="0"/>
              <a:t>any other supporting files and folders&gt;</a:t>
            </a:r>
          </a:p>
          <a:p>
            <a:pPr marL="0" indent="0">
              <a:buNone/>
            </a:pPr>
            <a:endParaRPr lang="en-US" sz="2000" dirty="0"/>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3034" y="1858283"/>
            <a:ext cx="258453" cy="403042"/>
          </a:xfrm>
          <a:prstGeom prst="rect">
            <a:avLst/>
          </a:prstGeom>
        </p:spPr>
      </p:pic>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47819" y="2382969"/>
            <a:ext cx="258453" cy="403042"/>
          </a:xfrm>
          <a:prstGeom prst="rect">
            <a:avLst/>
          </a:prstGeom>
        </p:spPr>
      </p:pic>
      <p:pic>
        <p:nvPicPr>
          <p:cNvPr id="13" name="Picture 1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89670" y="2706135"/>
            <a:ext cx="258453" cy="403042"/>
          </a:xfrm>
          <a:prstGeom prst="rect">
            <a:avLst/>
          </a:prstGeom>
        </p:spPr>
      </p:pic>
      <p:sp>
        <p:nvSpPr>
          <p:cNvPr id="7" name="Rectangle 6"/>
          <p:cNvSpPr/>
          <p:nvPr/>
        </p:nvSpPr>
        <p:spPr>
          <a:xfrm>
            <a:off x="1506272" y="2152468"/>
            <a:ext cx="7061463" cy="4041503"/>
          </a:xfrm>
          <a:prstGeom prst="rect">
            <a:avLst/>
          </a:prstGeom>
          <a:noFill/>
          <a:ln w="19050">
            <a:solidFill>
              <a:schemeClr val="accent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Box 7"/>
          <p:cNvSpPr txBox="1"/>
          <p:nvPr/>
        </p:nvSpPr>
        <p:spPr>
          <a:xfrm>
            <a:off x="5330633" y="2261325"/>
            <a:ext cx="3265715" cy="646331"/>
          </a:xfrm>
          <a:prstGeom prst="rect">
            <a:avLst/>
          </a:prstGeom>
          <a:noFill/>
        </p:spPr>
        <p:txBody>
          <a:bodyPr wrap="square" rtlCol="0">
            <a:spAutoFit/>
          </a:bodyPr>
          <a:lstStyle/>
          <a:p>
            <a:pPr algn="r"/>
            <a:r>
              <a:rPr lang="en-US" sz="1800" dirty="0" smtClean="0">
                <a:solidFill>
                  <a:schemeClr val="accent3"/>
                </a:solidFill>
              </a:rPr>
              <a:t>Organize and place necessary files under .bundle</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77642" y="3609982"/>
            <a:ext cx="258453" cy="403042"/>
          </a:xfrm>
          <a:prstGeom prst="rect">
            <a:avLst/>
          </a:prstGeom>
        </p:spPr>
      </p:pic>
      <p:pic>
        <p:nvPicPr>
          <p:cNvPr id="15" name="Picture 1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89670" y="4535387"/>
            <a:ext cx="258453" cy="403042"/>
          </a:xfrm>
          <a:prstGeom prst="rect">
            <a:avLst/>
          </a:prstGeom>
        </p:spPr>
      </p:pic>
      <p:sp>
        <p:nvSpPr>
          <p:cNvPr id="16" name="Curved Left Arrow 15"/>
          <p:cNvSpPr/>
          <p:nvPr/>
        </p:nvSpPr>
        <p:spPr>
          <a:xfrm rot="9281937" flipH="1">
            <a:off x="3803983" y="1174496"/>
            <a:ext cx="850235" cy="3181230"/>
          </a:xfrm>
          <a:prstGeom prst="curvedLeftArrow">
            <a:avLst>
              <a:gd name="adj1" fmla="val 10244"/>
              <a:gd name="adj2" fmla="val 26665"/>
              <a:gd name="adj3" fmla="val 25000"/>
            </a:avLst>
          </a:prstGeom>
          <a:gradFill>
            <a:gsLst>
              <a:gs pos="0">
                <a:schemeClr val="accent2"/>
              </a:gs>
              <a:gs pos="100000">
                <a:schemeClr val="accent1">
                  <a:tint val="50000"/>
                  <a:shade val="100000"/>
                  <a:satMod val="350000"/>
                </a:schemeClr>
              </a:gs>
            </a:gsLst>
          </a:gradFill>
          <a:ln>
            <a:solidFill>
              <a:schemeClr val="accent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28416632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00865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theme/theme1.xml><?xml version="1.0" encoding="utf-8"?>
<a:theme xmlns:a="http://schemas.openxmlformats.org/drawingml/2006/main" name="Autodesk Theme">
  <a:themeElements>
    <a:clrScheme name="Autodesk colors">
      <a:dk1>
        <a:srgbClr val="000000"/>
      </a:dk1>
      <a:lt1>
        <a:srgbClr val="FFFFFF"/>
      </a:lt1>
      <a:dk2>
        <a:srgbClr val="000000"/>
      </a:dk2>
      <a:lt2>
        <a:srgbClr val="FFFFFF"/>
      </a:lt2>
      <a:accent1>
        <a:srgbClr val="FFCC00"/>
      </a:accent1>
      <a:accent2>
        <a:srgbClr val="87BC40"/>
      </a:accent2>
      <a:accent3>
        <a:srgbClr val="32BCAD"/>
      </a:accent3>
      <a:accent4>
        <a:srgbClr val="0696D7"/>
      </a:accent4>
      <a:accent5>
        <a:srgbClr val="007272"/>
      </a:accent5>
      <a:accent6>
        <a:srgbClr val="1858A8"/>
      </a:accent6>
      <a:hlink>
        <a:srgbClr val="007272"/>
      </a:hlink>
      <a:folHlink>
        <a:srgbClr val="007272"/>
      </a:folHlink>
    </a:clrScheme>
    <a:fontScheme name="Custom 1">
      <a:majorFont>
        <a:latin typeface="Frutiger Next LT W1G"/>
        <a:ea typeface=""/>
        <a:cs typeface=""/>
      </a:majorFont>
      <a:minorFont>
        <a:latin typeface="Frutiger Next LT W1G"/>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BB67D18A920FC34E89379B9056E5C96B" ma:contentTypeVersion="14" ma:contentTypeDescription="Create a new document." ma:contentTypeScope="" ma:versionID="be707e33ddd7bcc8bacbc23335b141d0">
  <xsd:schema xmlns:xsd="http://www.w3.org/2001/XMLSchema" xmlns:xs="http://www.w3.org/2001/XMLSchema" xmlns:p="http://schemas.microsoft.com/office/2006/metadata/properties" xmlns:ns2="53f21e63-0826-477d-b1b7-3db21182227b" xmlns:ns3="c7e0f0b7-7208-4c92-93d6-598a3e945dff" targetNamespace="http://schemas.microsoft.com/office/2006/metadata/properties" ma:root="true" ma:fieldsID="b504e9fee24a4a4ff760916c7e032d52" ns2:_="" ns3:_="">
    <xsd:import namespace="53f21e63-0826-477d-b1b7-3db21182227b"/>
    <xsd:import namespace="c7e0f0b7-7208-4c92-93d6-598a3e945dff"/>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LengthInSeconds" minOccurs="0"/>
                <xsd:element ref="ns2:MediaServiceLocation" minOccurs="0"/>
                <xsd:element ref="ns2:MediaServiceGenerationTime" minOccurs="0"/>
                <xsd:element ref="ns2:MediaServiceEventHashCode" minOccurs="0"/>
                <xsd:element ref="ns2:lcf76f155ced4ddcb4097134ff3c332f" minOccurs="0"/>
                <xsd:element ref="ns3:TaxCatchAll" minOccurs="0"/>
                <xsd:element ref="ns2:MediaServiceOCR"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3f21e63-0826-477d-b1b7-3db21182227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Location" ma:index="14" nillable="true" ma:displayName="Location" ma:indexed="true" ma:internalName="MediaServiceLocation"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f3486984-7067-43be-b043-3c90f94ef9b2" ma:termSetId="09814cd3-568e-fe90-9814-8d621ff8fb84" ma:anchorId="fba54fb3-c3e1-fe81-a776-ca4b69148c4d" ma:open="true" ma:isKeyword="false">
      <xsd:complexType>
        <xsd:sequence>
          <xsd:element ref="pc:Terms" minOccurs="0" maxOccurs="1"/>
        </xsd:sequence>
      </xsd:complexType>
    </xsd:element>
    <xsd:element name="MediaServiceOCR" ma:index="20" nillable="true" ma:displayName="Extracted Text" ma:internalName="MediaServiceOCR" ma:readOnly="true">
      <xsd:simpleType>
        <xsd:restriction base="dms:Note">
          <xsd:maxLength value="255"/>
        </xsd:restriction>
      </xsd:simpleType>
    </xsd:element>
    <xsd:element name="MediaServiceBillingMetadata" ma:index="21"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7e0f0b7-7208-4c92-93d6-598a3e945dff"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c8ee30ba-fb0b-4ac6-930f-2974a256cfa8}" ma:internalName="TaxCatchAll" ma:showField="CatchAllData" ma:web="c7e0f0b7-7208-4c92-93d6-598a3e945df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3f21e63-0826-477d-b1b7-3db21182227b">
      <Terms xmlns="http://schemas.microsoft.com/office/infopath/2007/PartnerControls"/>
    </lcf76f155ced4ddcb4097134ff3c332f>
    <TaxCatchAll xmlns="c7e0f0b7-7208-4c92-93d6-598a3e945dff" xsi:nil="true"/>
  </documentManagement>
</p:properties>
</file>

<file path=customXml/itemProps1.xml><?xml version="1.0" encoding="utf-8"?>
<ds:datastoreItem xmlns:ds="http://schemas.openxmlformats.org/officeDocument/2006/customXml" ds:itemID="{160B1328-2D99-4920-BB76-21C68A6298A7}"/>
</file>

<file path=customXml/itemProps2.xml><?xml version="1.0" encoding="utf-8"?>
<ds:datastoreItem xmlns:ds="http://schemas.openxmlformats.org/officeDocument/2006/customXml" ds:itemID="{EAA62EE4-A831-419D-8208-8B4E8445FE85}"/>
</file>

<file path=customXml/itemProps3.xml><?xml version="1.0" encoding="utf-8"?>
<ds:datastoreItem xmlns:ds="http://schemas.openxmlformats.org/officeDocument/2006/customXml" ds:itemID="{58DE5139-7BD8-4B6B-B8A9-4FCE698DC940}"/>
</file>

<file path=docProps/app.xml><?xml version="1.0" encoding="utf-8"?>
<Properties xmlns="http://schemas.openxmlformats.org/officeDocument/2006/extended-properties" xmlns:vt="http://schemas.openxmlformats.org/officeDocument/2006/docPropsVTypes">
  <Template>ADSK_COV_Q2FY14 4x3</Template>
  <TotalTime>10422</TotalTime>
  <Words>471</Words>
  <Application>Microsoft Office PowerPoint</Application>
  <PresentationFormat>Letter Paper (8.5x11 in)</PresentationFormat>
  <Paragraphs>62</Paragraphs>
  <Slides>5</Slides>
  <Notes>5</Notes>
  <HiddenSlides>0</HiddenSlides>
  <MMClips>0</MMClips>
  <ScaleCrop>false</ScaleCrop>
  <HeadingPairs>
    <vt:vector size="4" baseType="variant">
      <vt:variant>
        <vt:lpstr>Theme</vt:lpstr>
      </vt:variant>
      <vt:variant>
        <vt:i4>1</vt:i4>
      </vt:variant>
      <vt:variant>
        <vt:lpstr>Slide Titles</vt:lpstr>
      </vt:variant>
      <vt:variant>
        <vt:i4>5</vt:i4>
      </vt:variant>
    </vt:vector>
  </HeadingPairs>
  <TitlesOfParts>
    <vt:vector size="6" baseType="lpstr">
      <vt:lpstr>Autodesk Theme</vt:lpstr>
      <vt:lpstr>PowerPoint Presentation</vt:lpstr>
      <vt:lpstr>Publishing Apps for Revit 2013 </vt:lpstr>
      <vt:lpstr>Bundle Folder Structure for 2013 (1) Typical Single App</vt:lpstr>
      <vt:lpstr>Bundle Folder Structure for 2013  (2) App Supporting Multiple Versions</vt:lpstr>
      <vt:lpstr>PowerPoint Presentation</vt:lpstr>
    </vt:vector>
  </TitlesOfParts>
  <Company>Autodesk</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Pasquale Volpintesta</dc:creator>
  <cp:lastModifiedBy>Mikako Harada</cp:lastModifiedBy>
  <cp:revision>629</cp:revision>
  <cp:lastPrinted>2013-07-31T17:22:49Z</cp:lastPrinted>
  <dcterms:created xsi:type="dcterms:W3CDTF">2012-10-19T15:38:24Z</dcterms:created>
  <dcterms:modified xsi:type="dcterms:W3CDTF">2013-08-12T20:46:37Z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0x010100BB67D18A920FC34E89379B9056E5C96B</vt:lpwstr>
  </property>
</Properties>
</file>