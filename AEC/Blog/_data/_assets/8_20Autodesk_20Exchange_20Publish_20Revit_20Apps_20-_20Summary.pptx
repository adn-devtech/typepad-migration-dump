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Layouts/slideLayout2.xml" ContentType="application/vnd.openxmlformats-officedocument.presentationml.slideLayout+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notesSlides/notesSlide2.xml" ContentType="application/vnd.openxmlformats-officedocument.presentationml.notesSlide+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7" r:id="rId1"/>
  </p:sldMasterIdLst>
  <p:notesMasterIdLst>
    <p:notesMasterId r:id="rId8"/>
  </p:notesMasterIdLst>
  <p:handoutMasterIdLst>
    <p:handoutMasterId r:id="rId9"/>
  </p:handoutMasterIdLst>
  <p:sldIdLst>
    <p:sldId id="357" r:id="rId2"/>
    <p:sldId id="321" r:id="rId3"/>
    <p:sldId id="322" r:id="rId4"/>
    <p:sldId id="361" r:id="rId5"/>
    <p:sldId id="324" r:id="rId6"/>
    <p:sldId id="325" r:id="rId7"/>
  </p:sldIdLst>
  <p:sldSz cx="9144000" cy="6858000" type="letter"/>
  <p:notesSz cx="7010400" cy="9296400"/>
  <p:defaultTextStyle>
    <a:defPPr>
      <a:defRPr lang="en-US"/>
    </a:defPPr>
    <a:lvl1pPr marL="0" algn="l" defTabSz="571211" rtl="0" eaLnBrk="1" latinLnBrk="0" hangingPunct="1">
      <a:defRPr sz="2200" kern="1200">
        <a:solidFill>
          <a:schemeClr val="tx1"/>
        </a:solidFill>
        <a:latin typeface="+mn-lt"/>
        <a:ea typeface="+mn-ea"/>
        <a:cs typeface="+mn-cs"/>
      </a:defRPr>
    </a:lvl1pPr>
    <a:lvl2pPr marL="571211" algn="l" defTabSz="571211" rtl="0" eaLnBrk="1" latinLnBrk="0" hangingPunct="1">
      <a:defRPr sz="2200" kern="1200">
        <a:solidFill>
          <a:schemeClr val="tx1"/>
        </a:solidFill>
        <a:latin typeface="+mn-lt"/>
        <a:ea typeface="+mn-ea"/>
        <a:cs typeface="+mn-cs"/>
      </a:defRPr>
    </a:lvl2pPr>
    <a:lvl3pPr marL="1142422" algn="l" defTabSz="571211" rtl="0" eaLnBrk="1" latinLnBrk="0" hangingPunct="1">
      <a:defRPr sz="2200" kern="1200">
        <a:solidFill>
          <a:schemeClr val="tx1"/>
        </a:solidFill>
        <a:latin typeface="+mn-lt"/>
        <a:ea typeface="+mn-ea"/>
        <a:cs typeface="+mn-cs"/>
      </a:defRPr>
    </a:lvl3pPr>
    <a:lvl4pPr marL="1713633" algn="l" defTabSz="571211" rtl="0" eaLnBrk="1" latinLnBrk="0" hangingPunct="1">
      <a:defRPr sz="2200" kern="1200">
        <a:solidFill>
          <a:schemeClr val="tx1"/>
        </a:solidFill>
        <a:latin typeface="+mn-lt"/>
        <a:ea typeface="+mn-ea"/>
        <a:cs typeface="+mn-cs"/>
      </a:defRPr>
    </a:lvl4pPr>
    <a:lvl5pPr marL="2284844" algn="l" defTabSz="571211" rtl="0" eaLnBrk="1" latinLnBrk="0" hangingPunct="1">
      <a:defRPr sz="2200" kern="1200">
        <a:solidFill>
          <a:schemeClr val="tx1"/>
        </a:solidFill>
        <a:latin typeface="+mn-lt"/>
        <a:ea typeface="+mn-ea"/>
        <a:cs typeface="+mn-cs"/>
      </a:defRPr>
    </a:lvl5pPr>
    <a:lvl6pPr marL="2856055" algn="l" defTabSz="571211" rtl="0" eaLnBrk="1" latinLnBrk="0" hangingPunct="1">
      <a:defRPr sz="2200" kern="1200">
        <a:solidFill>
          <a:schemeClr val="tx1"/>
        </a:solidFill>
        <a:latin typeface="+mn-lt"/>
        <a:ea typeface="+mn-ea"/>
        <a:cs typeface="+mn-cs"/>
      </a:defRPr>
    </a:lvl6pPr>
    <a:lvl7pPr marL="3427265" algn="l" defTabSz="571211" rtl="0" eaLnBrk="1" latinLnBrk="0" hangingPunct="1">
      <a:defRPr sz="2200" kern="1200">
        <a:solidFill>
          <a:schemeClr val="tx1"/>
        </a:solidFill>
        <a:latin typeface="+mn-lt"/>
        <a:ea typeface="+mn-ea"/>
        <a:cs typeface="+mn-cs"/>
      </a:defRPr>
    </a:lvl7pPr>
    <a:lvl8pPr marL="3998477" algn="l" defTabSz="571211" rtl="0" eaLnBrk="1" latinLnBrk="0" hangingPunct="1">
      <a:defRPr sz="2200" kern="1200">
        <a:solidFill>
          <a:schemeClr val="tx1"/>
        </a:solidFill>
        <a:latin typeface="+mn-lt"/>
        <a:ea typeface="+mn-ea"/>
        <a:cs typeface="+mn-cs"/>
      </a:defRPr>
    </a:lvl8pPr>
    <a:lvl9pPr marL="4569687" algn="l" defTabSz="571211" rtl="0" eaLnBrk="1" latinLnBrk="0" hangingPunct="1">
      <a:defRPr sz="22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kako Harada" initials="MH" lastIdx="7" clrIdx="0"/>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B7D88C"/>
    <a:srgbClr val="FFFFCC"/>
    <a:srgbClr val="000000"/>
    <a:srgbClr val="FFF5CC"/>
    <a:srgbClr val="FFFF00"/>
    <a:srgbClr val="FFCC00"/>
    <a:srgbClr val="005E30"/>
    <a:srgbClr val="1858A8"/>
    <a:srgbClr val="FFFF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9770" autoAdjust="0"/>
    <p:restoredTop sz="66468" autoAdjust="0"/>
  </p:normalViewPr>
  <p:slideViewPr>
    <p:cSldViewPr snapToGrid="0" snapToObjects="1">
      <p:cViewPr varScale="1">
        <p:scale>
          <a:sx n="73" d="100"/>
          <a:sy n="73" d="100"/>
        </p:scale>
        <p:origin x="-2640" y="-90"/>
      </p:cViewPr>
      <p:guideLst>
        <p:guide orient="horz" pos="407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387C2776-B9DD-1946-9831-785CA23AC1F1}" type="datetime1">
              <a:rPr lang="en-US" smtClean="0"/>
              <a:t>8/12/2013</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58ECB827-1CCB-B349-98A7-AAC485CBB65F}" type="slidenum">
              <a:rPr lang="en-US" smtClean="0"/>
              <a:t>‹#›</a:t>
            </a:fld>
            <a:endParaRPr lang="en-US" dirty="0"/>
          </a:p>
        </p:txBody>
      </p:sp>
    </p:spTree>
    <p:extLst>
      <p:ext uri="{BB962C8B-B14F-4D97-AF65-F5344CB8AC3E}">
        <p14:creationId xmlns:p14="http://schemas.microsoft.com/office/powerpoint/2010/main" val="343552177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13A1C7DD-7A43-8947-A922-8561F0BA9BCC}" type="datetime1">
              <a:rPr lang="en-US" smtClean="0"/>
              <a:t>8/12/2013</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73E9330B-B1DA-214B-A229-0CB8492B91A5}" type="slidenum">
              <a:rPr lang="en-US" smtClean="0"/>
              <a:t>‹#›</a:t>
            </a:fld>
            <a:endParaRPr lang="en-US" dirty="0"/>
          </a:p>
        </p:txBody>
      </p:sp>
    </p:spTree>
    <p:extLst>
      <p:ext uri="{BB962C8B-B14F-4D97-AF65-F5344CB8AC3E}">
        <p14:creationId xmlns:p14="http://schemas.microsoft.com/office/powerpoint/2010/main" val="726771065"/>
      </p:ext>
    </p:extLst>
  </p:cSld>
  <p:clrMap bg1="lt1" tx1="dk1" bg2="lt2" tx2="dk2" accent1="accent1" accent2="accent2" accent3="accent3" accent4="accent4" accent5="accent5" accent6="accent6" hlink="hlink" folHlink="folHlink"/>
  <p:hf hdr="0" ftr="0" dt="0"/>
  <p:notesStyle>
    <a:lvl1pPr marL="0" algn="l" defTabSz="571211" rtl="0" eaLnBrk="1" latinLnBrk="0" hangingPunct="1">
      <a:defRPr sz="1500" kern="1200">
        <a:solidFill>
          <a:schemeClr val="tx1"/>
        </a:solidFill>
        <a:latin typeface="+mn-lt"/>
        <a:ea typeface="+mn-ea"/>
        <a:cs typeface="+mn-cs"/>
      </a:defRPr>
    </a:lvl1pPr>
    <a:lvl2pPr marL="571211" algn="l" defTabSz="571211" rtl="0" eaLnBrk="1" latinLnBrk="0" hangingPunct="1">
      <a:defRPr sz="1500" kern="1200">
        <a:solidFill>
          <a:schemeClr val="tx1"/>
        </a:solidFill>
        <a:latin typeface="+mn-lt"/>
        <a:ea typeface="+mn-ea"/>
        <a:cs typeface="+mn-cs"/>
      </a:defRPr>
    </a:lvl2pPr>
    <a:lvl3pPr marL="1142422" algn="l" defTabSz="571211" rtl="0" eaLnBrk="1" latinLnBrk="0" hangingPunct="1">
      <a:defRPr sz="1500" kern="1200">
        <a:solidFill>
          <a:schemeClr val="tx1"/>
        </a:solidFill>
        <a:latin typeface="+mn-lt"/>
        <a:ea typeface="+mn-ea"/>
        <a:cs typeface="+mn-cs"/>
      </a:defRPr>
    </a:lvl3pPr>
    <a:lvl4pPr marL="1713633" algn="l" defTabSz="571211" rtl="0" eaLnBrk="1" latinLnBrk="0" hangingPunct="1">
      <a:defRPr sz="1500" kern="1200">
        <a:solidFill>
          <a:schemeClr val="tx1"/>
        </a:solidFill>
        <a:latin typeface="+mn-lt"/>
        <a:ea typeface="+mn-ea"/>
        <a:cs typeface="+mn-cs"/>
      </a:defRPr>
    </a:lvl4pPr>
    <a:lvl5pPr marL="2284844" algn="l" defTabSz="571211" rtl="0" eaLnBrk="1" latinLnBrk="0" hangingPunct="1">
      <a:defRPr sz="1500" kern="1200">
        <a:solidFill>
          <a:schemeClr val="tx1"/>
        </a:solidFill>
        <a:latin typeface="+mn-lt"/>
        <a:ea typeface="+mn-ea"/>
        <a:cs typeface="+mn-cs"/>
      </a:defRPr>
    </a:lvl5pPr>
    <a:lvl6pPr marL="2856055" algn="l" defTabSz="571211" rtl="0" eaLnBrk="1" latinLnBrk="0" hangingPunct="1">
      <a:defRPr sz="1500" kern="1200">
        <a:solidFill>
          <a:schemeClr val="tx1"/>
        </a:solidFill>
        <a:latin typeface="+mn-lt"/>
        <a:ea typeface="+mn-ea"/>
        <a:cs typeface="+mn-cs"/>
      </a:defRPr>
    </a:lvl6pPr>
    <a:lvl7pPr marL="3427265" algn="l" defTabSz="571211" rtl="0" eaLnBrk="1" latinLnBrk="0" hangingPunct="1">
      <a:defRPr sz="1500" kern="1200">
        <a:solidFill>
          <a:schemeClr val="tx1"/>
        </a:solidFill>
        <a:latin typeface="+mn-lt"/>
        <a:ea typeface="+mn-ea"/>
        <a:cs typeface="+mn-cs"/>
      </a:defRPr>
    </a:lvl7pPr>
    <a:lvl8pPr marL="3998477" algn="l" defTabSz="571211" rtl="0" eaLnBrk="1" latinLnBrk="0" hangingPunct="1">
      <a:defRPr sz="1500" kern="1200">
        <a:solidFill>
          <a:schemeClr val="tx1"/>
        </a:solidFill>
        <a:latin typeface="+mn-lt"/>
        <a:ea typeface="+mn-ea"/>
        <a:cs typeface="+mn-cs"/>
      </a:defRPr>
    </a:lvl8pPr>
    <a:lvl9pPr marL="4569687" algn="l" defTabSz="571211"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a:t>
            </a:r>
            <a:r>
              <a:rPr lang="en-US" baseline="0" dirty="0" smtClean="0"/>
              <a:t> will now summarize this presentation so far.</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1</a:t>
            </a:fld>
            <a:endParaRPr lang="en-US" dirty="0"/>
          </a:p>
        </p:txBody>
      </p:sp>
    </p:spTree>
    <p:extLst>
      <p:ext uri="{BB962C8B-B14F-4D97-AF65-F5344CB8AC3E}">
        <p14:creationId xmlns:p14="http://schemas.microsoft.com/office/powerpoint/2010/main" val="2156070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a:t>
            </a:r>
            <a:r>
              <a:rPr lang="en-US" baseline="0" dirty="0" smtClean="0"/>
              <a:t> is what you need to do in order to publish your app</a:t>
            </a:r>
          </a:p>
          <a:p>
            <a:pPr marL="285750" indent="-285750">
              <a:buFontTx/>
              <a:buChar char="-"/>
            </a:pPr>
            <a:r>
              <a:rPr lang="en-US" baseline="0" dirty="0" smtClean="0"/>
              <a:t>Create the app satisfying the guidelines</a:t>
            </a:r>
          </a:p>
          <a:p>
            <a:pPr marL="285750" indent="-285750">
              <a:buFontTx/>
              <a:buChar char="-"/>
            </a:pPr>
            <a:r>
              <a:rPr lang="en-US" baseline="0" dirty="0" smtClean="0"/>
              <a:t>Prepare publishing information such as icons, help documentation, and support information</a:t>
            </a:r>
          </a:p>
          <a:p>
            <a:pPr marL="285750" indent="-285750">
              <a:buFontTx/>
              <a:buChar char="-"/>
            </a:pPr>
            <a:r>
              <a:rPr lang="en-US" baseline="0" dirty="0" smtClean="0"/>
              <a:t>Organize app in bundle format</a:t>
            </a:r>
          </a:p>
          <a:p>
            <a:pPr marL="285750" indent="-285750">
              <a:buFontTx/>
              <a:buChar char="-"/>
            </a:pPr>
            <a:r>
              <a:rPr lang="en-US" baseline="0" dirty="0" smtClean="0"/>
              <a:t>Zip up the app and submit it at the </a:t>
            </a:r>
            <a:r>
              <a:rPr lang="en-US" baseline="0" dirty="0" err="1" smtClean="0"/>
              <a:t>revit</a:t>
            </a:r>
            <a:r>
              <a:rPr lang="en-US" baseline="0" dirty="0" smtClean="0"/>
              <a:t> exchange store.</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2</a:t>
            </a:fld>
            <a:endParaRPr lang="en-US" dirty="0"/>
          </a:p>
        </p:txBody>
      </p:sp>
    </p:spTree>
    <p:extLst>
      <p:ext uri="{BB962C8B-B14F-4D97-AF65-F5344CB8AC3E}">
        <p14:creationId xmlns:p14="http://schemas.microsoft.com/office/powerpoint/2010/main" val="2634694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571211" rtl="0" eaLnBrk="1" fontAlgn="auto" latinLnBrk="0" hangingPunct="1">
              <a:lnSpc>
                <a:spcPct val="100000"/>
              </a:lnSpc>
              <a:spcBef>
                <a:spcPts val="0"/>
              </a:spcBef>
              <a:spcAft>
                <a:spcPts val="0"/>
              </a:spcAft>
              <a:buClrTx/>
              <a:buSzTx/>
              <a:buFontTx/>
              <a:buNone/>
              <a:tabLst/>
              <a:defRPr/>
            </a:pPr>
            <a:r>
              <a:rPr lang="en-US" dirty="0" smtClean="0"/>
              <a:t>Here is what we will do for you ( read slide)</a:t>
            </a:r>
          </a:p>
          <a:p>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3</a:t>
            </a:fld>
            <a:endParaRPr lang="en-US" dirty="0"/>
          </a:p>
        </p:txBody>
      </p:sp>
    </p:spTree>
    <p:extLst>
      <p:ext uri="{BB962C8B-B14F-4D97-AF65-F5344CB8AC3E}">
        <p14:creationId xmlns:p14="http://schemas.microsoft.com/office/powerpoint/2010/main" val="1990208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571211" rtl="0" eaLnBrk="1" fontAlgn="auto" latinLnBrk="0" hangingPunct="1">
              <a:lnSpc>
                <a:spcPct val="100000"/>
              </a:lnSpc>
              <a:spcBef>
                <a:spcPts val="0"/>
              </a:spcBef>
              <a:spcAft>
                <a:spcPts val="0"/>
              </a:spcAft>
              <a:buClrTx/>
              <a:buSzTx/>
              <a:buFontTx/>
              <a:buNone/>
              <a:tabLst/>
              <a:defRPr/>
            </a:pPr>
            <a:r>
              <a:rPr lang="en-US" dirty="0" smtClean="0"/>
              <a:t>Here again are the links to documentation you will need to go through to publish your apps.</a:t>
            </a:r>
          </a:p>
          <a:p>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4</a:t>
            </a:fld>
            <a:endParaRPr lang="en-US" dirty="0"/>
          </a:p>
        </p:txBody>
      </p:sp>
    </p:spTree>
    <p:extLst>
      <p:ext uri="{BB962C8B-B14F-4D97-AF65-F5344CB8AC3E}">
        <p14:creationId xmlns:p14="http://schemas.microsoft.com/office/powerpoint/2010/main" val="1285385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 have specific questions about the app</a:t>
            </a:r>
            <a:r>
              <a:rPr lang="en-US" baseline="0" dirty="0" smtClean="0"/>
              <a:t> store publishing process, please feel free to email us at appsinfo@autodesk.com</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5</a:t>
            </a:fld>
            <a:endParaRPr lang="en-US" dirty="0"/>
          </a:p>
        </p:txBody>
      </p:sp>
    </p:spTree>
    <p:extLst>
      <p:ext uri="{BB962C8B-B14F-4D97-AF65-F5344CB8AC3E}">
        <p14:creationId xmlns:p14="http://schemas.microsoft.com/office/powerpoint/2010/main" val="1888095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 end of the presentation. Thank you </a:t>
            </a:r>
            <a:r>
              <a:rPr lang="en-US" smtClean="0"/>
              <a:t>for</a:t>
            </a:r>
            <a:r>
              <a:rPr lang="en-US" baseline="0" smtClean="0"/>
              <a:t> watching </a:t>
            </a:r>
            <a:r>
              <a:rPr lang="en-US" baseline="0" dirty="0" smtClean="0"/>
              <a:t>it patiently.</a:t>
            </a:r>
            <a:endParaRPr lang="en-US" dirty="0"/>
          </a:p>
        </p:txBody>
      </p:sp>
      <p:sp>
        <p:nvSpPr>
          <p:cNvPr id="4" name="Slide Number Placeholder 3"/>
          <p:cNvSpPr>
            <a:spLocks noGrp="1"/>
          </p:cNvSpPr>
          <p:nvPr>
            <p:ph type="sldNum" sz="quarter" idx="10"/>
          </p:nvPr>
        </p:nvSpPr>
        <p:spPr/>
        <p:txBody>
          <a:bodyPr/>
          <a:lstStyle/>
          <a:p>
            <a:fld id="{73E9330B-B1DA-214B-A229-0CB8492B91A5}" type="slidenum">
              <a:rPr lang="en-US" smtClean="0"/>
              <a:t>6</a:t>
            </a:fld>
            <a:endParaRPr lang="en-US" dirty="0"/>
          </a:p>
        </p:txBody>
      </p:sp>
    </p:spTree>
    <p:extLst>
      <p:ext uri="{BB962C8B-B14F-4D97-AF65-F5344CB8AC3E}">
        <p14:creationId xmlns:p14="http://schemas.microsoft.com/office/powerpoint/2010/main" val="6098420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ain Title">
    <p:bg>
      <p:bgPr>
        <a:solidFill>
          <a:schemeClr val="bg1"/>
        </a:solidFill>
        <a:effectLst/>
      </p:bgPr>
    </p:bg>
    <p:spTree>
      <p:nvGrpSpPr>
        <p:cNvPr id="1" name=""/>
        <p:cNvGrpSpPr/>
        <p:nvPr/>
      </p:nvGrpSpPr>
      <p:grpSpPr>
        <a:xfrm>
          <a:off x="0" y="0"/>
          <a:ext cx="0" cy="0"/>
          <a:chOff x="0" y="0"/>
          <a:chExt cx="0" cy="0"/>
        </a:xfrm>
      </p:grpSpPr>
      <p:pic>
        <p:nvPicPr>
          <p:cNvPr id="13" name="Picture 12" descr="Corporate_Image_2012-09_v2.tif"/>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2718" y="0"/>
            <a:ext cx="9156719" cy="6858000"/>
          </a:xfrm>
          <a:prstGeom prst="rect">
            <a:avLst/>
          </a:prstGeom>
        </p:spPr>
      </p:pic>
      <p:sp>
        <p:nvSpPr>
          <p:cNvPr id="2" name="Rectangle 1"/>
          <p:cNvSpPr/>
          <p:nvPr/>
        </p:nvSpPr>
        <p:spPr>
          <a:xfrm>
            <a:off x="-12719" y="1820073"/>
            <a:ext cx="9156719" cy="3066252"/>
          </a:xfrm>
          <a:prstGeom prst="rect">
            <a:avLst/>
          </a:prstGeom>
          <a:gradFill>
            <a:gsLst>
              <a:gs pos="20000">
                <a:schemeClr val="bg1">
                  <a:alpha val="88000"/>
                </a:schemeClr>
              </a:gs>
              <a:gs pos="100000">
                <a:schemeClr val="bg1">
                  <a:alpha val="5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a:p>
        </p:txBody>
      </p:sp>
      <p:sp>
        <p:nvSpPr>
          <p:cNvPr id="4" name="Text Placeholder 2"/>
          <p:cNvSpPr>
            <a:spLocks noGrp="1"/>
          </p:cNvSpPr>
          <p:nvPr>
            <p:ph type="body" sz="quarter" idx="10" hasCustomPrompt="1"/>
          </p:nvPr>
        </p:nvSpPr>
        <p:spPr>
          <a:xfrm>
            <a:off x="457202" y="2432343"/>
            <a:ext cx="5397358" cy="1205087"/>
          </a:xfrm>
          <a:prstGeom prst="rect">
            <a:avLst/>
          </a:prstGeom>
        </p:spPr>
        <p:txBody>
          <a:bodyPr lIns="0" tIns="0" rIns="0" bIns="0">
            <a:noAutofit/>
          </a:bodyPr>
          <a:lstStyle>
            <a:lvl1pPr marL="0" indent="0">
              <a:spcBef>
                <a:spcPts val="0"/>
              </a:spcBef>
              <a:buNone/>
              <a:defRPr sz="3000" b="1" baseline="0">
                <a:solidFill>
                  <a:schemeClr val="accent4"/>
                </a:solidFill>
              </a:defRPr>
            </a:lvl1pPr>
          </a:lstStyle>
          <a:p>
            <a:r>
              <a:rPr lang="en-US" sz="2800" dirty="0" smtClean="0"/>
              <a:t>Main title can extend over one or two lines</a:t>
            </a:r>
            <a:endParaRPr lang="en-US" sz="2800" dirty="0"/>
          </a:p>
        </p:txBody>
      </p:sp>
      <p:sp>
        <p:nvSpPr>
          <p:cNvPr id="5" name="Text Placeholder 4"/>
          <p:cNvSpPr>
            <a:spLocks noGrp="1"/>
          </p:cNvSpPr>
          <p:nvPr>
            <p:ph type="body" sz="quarter" idx="12" hasCustomPrompt="1"/>
          </p:nvPr>
        </p:nvSpPr>
        <p:spPr>
          <a:xfrm>
            <a:off x="457203" y="3728701"/>
            <a:ext cx="5397356" cy="387255"/>
          </a:xfrm>
          <a:prstGeom prst="rect">
            <a:avLst/>
          </a:prstGeom>
        </p:spPr>
        <p:txBody>
          <a:bodyPr lIns="0" tIns="0" rIns="0" bIns="0">
            <a:noAutofit/>
          </a:bodyPr>
          <a:lstStyle>
            <a:lvl1pPr marL="0" indent="0">
              <a:spcBef>
                <a:spcPts val="0"/>
              </a:spcBef>
              <a:buNone/>
              <a:defRPr sz="2000" b="0" baseline="0">
                <a:solidFill>
                  <a:schemeClr val="tx2"/>
                </a:solidFill>
              </a:defRPr>
            </a:lvl1pPr>
          </a:lstStyle>
          <a:p>
            <a:pPr lvl="0"/>
            <a:r>
              <a:rPr lang="en-US" dirty="0" smtClean="0"/>
              <a:t>Presenter Name</a:t>
            </a:r>
          </a:p>
        </p:txBody>
      </p:sp>
      <p:sp>
        <p:nvSpPr>
          <p:cNvPr id="6" name="Text Placeholder 15"/>
          <p:cNvSpPr>
            <a:spLocks noGrp="1"/>
          </p:cNvSpPr>
          <p:nvPr>
            <p:ph type="body" sz="quarter" idx="13" hasCustomPrompt="1"/>
          </p:nvPr>
        </p:nvSpPr>
        <p:spPr>
          <a:xfrm>
            <a:off x="457202" y="4115957"/>
            <a:ext cx="5397358" cy="315214"/>
          </a:xfrm>
          <a:prstGeom prst="rect">
            <a:avLst/>
          </a:prstGeom>
        </p:spPr>
        <p:txBody>
          <a:bodyPr lIns="0" tIns="0" rIns="0" bIns="0">
            <a:noAutofit/>
          </a:bodyPr>
          <a:lstStyle>
            <a:lvl1pPr marL="0" indent="0">
              <a:spcBef>
                <a:spcPts val="0"/>
              </a:spcBef>
              <a:buNone/>
              <a:defRPr sz="1500" b="0" baseline="0">
                <a:solidFill>
                  <a:schemeClr val="tx2"/>
                </a:solidFill>
              </a:defRPr>
            </a:lvl1pPr>
          </a:lstStyle>
          <a:p>
            <a:pPr lvl="0"/>
            <a:r>
              <a:rPr lang="en-US" dirty="0" smtClean="0"/>
              <a:t>Presenter Title</a:t>
            </a:r>
            <a:endParaRPr lang="en-US" dirty="0"/>
          </a:p>
        </p:txBody>
      </p:sp>
      <p:sp>
        <p:nvSpPr>
          <p:cNvPr id="7" name="Text Placeholder 15"/>
          <p:cNvSpPr>
            <a:spLocks noGrp="1"/>
          </p:cNvSpPr>
          <p:nvPr>
            <p:ph type="body" sz="quarter" idx="14" hasCustomPrompt="1"/>
          </p:nvPr>
        </p:nvSpPr>
        <p:spPr>
          <a:xfrm>
            <a:off x="457202" y="2117128"/>
            <a:ext cx="5397358" cy="315214"/>
          </a:xfrm>
          <a:prstGeom prst="rect">
            <a:avLst/>
          </a:prstGeom>
        </p:spPr>
        <p:txBody>
          <a:bodyPr lIns="0" tIns="0" rIns="0" bIns="0">
            <a:noAutofit/>
          </a:bodyPr>
          <a:lstStyle>
            <a:lvl1pPr marL="0" indent="0">
              <a:spcBef>
                <a:spcPts val="0"/>
              </a:spcBef>
              <a:buNone/>
              <a:defRPr sz="1500" b="1" baseline="0">
                <a:solidFill>
                  <a:schemeClr val="accent4"/>
                </a:solidFill>
              </a:defRPr>
            </a:lvl1pPr>
          </a:lstStyle>
          <a:p>
            <a:pPr lvl="0"/>
            <a:r>
              <a:rPr lang="en-US" dirty="0" smtClean="0"/>
              <a:t>Event name 2013</a:t>
            </a:r>
            <a:endParaRPr lang="en-US" dirty="0"/>
          </a:p>
        </p:txBody>
      </p:sp>
      <p:sp>
        <p:nvSpPr>
          <p:cNvPr id="14" name="TextBox 13"/>
          <p:cNvSpPr txBox="1"/>
          <p:nvPr/>
        </p:nvSpPr>
        <p:spPr>
          <a:xfrm>
            <a:off x="74081" y="6596295"/>
            <a:ext cx="1316904" cy="138499"/>
          </a:xfrm>
          <a:prstGeom prst="rect">
            <a:avLst/>
          </a:prstGeom>
          <a:noFill/>
        </p:spPr>
        <p:txBody>
          <a:bodyPr wrap="square" lIns="0" tIns="0" rIns="0" bIns="0" rtlCol="0">
            <a:spAutoFit/>
          </a:bodyPr>
          <a:lstStyle/>
          <a:p>
            <a:r>
              <a:rPr lang="en-US" sz="900" b="0" i="0" baseline="0" dirty="0" smtClean="0">
                <a:solidFill>
                  <a:schemeClr val="bg1">
                    <a:lumMod val="65000"/>
                  </a:schemeClr>
                </a:solidFill>
                <a:latin typeface="Frutiger Next LT W1G"/>
                <a:cs typeface="Frutiger Next LT W1G"/>
              </a:rPr>
              <a:t>© 2013 Autodesk</a:t>
            </a:r>
            <a:endParaRPr lang="en-US" sz="900" b="0" i="0" baseline="0" dirty="0">
              <a:solidFill>
                <a:schemeClr val="bg1">
                  <a:lumMod val="65000"/>
                </a:schemeClr>
              </a:solidFill>
              <a:latin typeface="Frutiger Next LT W1G"/>
              <a:cs typeface="Frutiger Next LT W1G"/>
            </a:endParaRPr>
          </a:p>
        </p:txBody>
      </p:sp>
      <p:sp>
        <p:nvSpPr>
          <p:cNvPr id="20" name="Rectangle 19"/>
          <p:cNvSpPr/>
          <p:nvPr userDrawn="1"/>
        </p:nvSpPr>
        <p:spPr>
          <a:xfrm>
            <a:off x="-12719" y="4460895"/>
            <a:ext cx="9156719" cy="42318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descr="autodesk-logo-rgb-color-logo-black-text-larg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612987" y="4552805"/>
            <a:ext cx="1427937" cy="239365"/>
          </a:xfrm>
          <a:prstGeom prst="rect">
            <a:avLst/>
          </a:prstGeom>
        </p:spPr>
      </p:pic>
    </p:spTree>
    <p:extLst>
      <p:ext uri="{BB962C8B-B14F-4D97-AF65-F5344CB8AC3E}">
        <p14:creationId xmlns:p14="http://schemas.microsoft.com/office/powerpoint/2010/main" val="303404946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1 column)">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0" y="1417641"/>
            <a:ext cx="8229644" cy="4767282"/>
          </a:xfrm>
          <a:prstGeom prst="rect">
            <a:avLst/>
          </a:prstGeom>
        </p:spPr>
        <p:txBody>
          <a:bodyPr lIns="0" tIns="0" rIns="0" bIns="0">
            <a:noAutofit/>
          </a:bodyPr>
          <a:lstStyle>
            <a:lvl1pPr marL="383971" indent="-316771">
              <a:buClr>
                <a:schemeClr val="accent4"/>
              </a:buClr>
              <a:buSzPct val="100000"/>
              <a:buFont typeface="Wingdings" charset="2"/>
              <a:buChar char="§"/>
              <a:defRPr sz="2800" b="0">
                <a:solidFill>
                  <a:schemeClr val="tx1"/>
                </a:solidFill>
              </a:defRPr>
            </a:lvl1pPr>
            <a:lvl2pPr marL="831936" indent="-287974">
              <a:buClr>
                <a:schemeClr val="accent4"/>
              </a:buClr>
              <a:buSzPct val="100000"/>
              <a:buFont typeface="Wingdings" charset="2"/>
              <a:buChar char="§"/>
              <a:defRPr sz="2300" b="0">
                <a:solidFill>
                  <a:schemeClr val="tx1"/>
                </a:solidFill>
              </a:defRPr>
            </a:lvl2pPr>
            <a:lvl3pPr marL="1279901" indent="-259176">
              <a:buClr>
                <a:schemeClr val="accent4"/>
              </a:buClr>
              <a:buSzPct val="100000"/>
              <a:buFont typeface="Wingdings" charset="2"/>
              <a:buChar char="§"/>
              <a:defRPr sz="2000" b="0">
                <a:solidFill>
                  <a:schemeClr val="tx1"/>
                </a:solidFill>
              </a:defRPr>
            </a:lvl3pPr>
            <a:lvl4pPr marL="1791862" indent="-230379">
              <a:buClr>
                <a:schemeClr val="accent4"/>
              </a:buClr>
              <a:buSzPct val="100000"/>
              <a:buFont typeface="Wingdings" charset="2"/>
              <a:buChar char="§"/>
              <a:defRPr sz="1700" b="0">
                <a:solidFill>
                  <a:schemeClr val="tx1"/>
                </a:solidFill>
              </a:defRPr>
            </a:lvl4pPr>
            <a:lvl5pPr marL="2303821" indent="-201582">
              <a:buClr>
                <a:schemeClr val="accent4"/>
              </a:buClr>
              <a:buSzPct val="100000"/>
              <a:buFont typeface="Wingdings" charset="2"/>
              <a:buChar char="§"/>
              <a:defRPr sz="1500" b="0">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itle 1"/>
          <p:cNvSpPr>
            <a:spLocks noGrp="1"/>
          </p:cNvSpPr>
          <p:nvPr>
            <p:ph type="title"/>
          </p:nvPr>
        </p:nvSpPr>
        <p:spPr>
          <a:xfrm>
            <a:off x="457201" y="274639"/>
            <a:ext cx="8229600" cy="1143000"/>
          </a:xfrm>
          <a:prstGeom prst="rect">
            <a:avLst/>
          </a:prstGeom>
        </p:spPr>
        <p:txBody>
          <a:bodyPr lIns="0" tIns="0" rIns="0" bIns="0" anchor="t" anchorCtr="0">
            <a:noAutofit/>
          </a:bodyPr>
          <a:lstStyle>
            <a:lvl1pPr algn="l">
              <a:defRPr sz="2800" baseline="0">
                <a:solidFill>
                  <a:schemeClr val="accent4"/>
                </a:solidFill>
              </a:defRPr>
            </a:lvl1pPr>
          </a:lstStyle>
          <a:p>
            <a:r>
              <a:rPr lang="en-US" dirty="0" smtClean="0"/>
              <a:t>Click to edit Master title style</a:t>
            </a:r>
            <a:endParaRPr lang="en-US" dirty="0"/>
          </a:p>
        </p:txBody>
      </p:sp>
      <p:sp>
        <p:nvSpPr>
          <p:cNvPr id="7" name="Rectangle 6"/>
          <p:cNvSpPr/>
          <p:nvPr/>
        </p:nvSpPr>
        <p:spPr>
          <a:xfrm>
            <a:off x="0" y="6457950"/>
            <a:ext cx="9144000" cy="4000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dirty="0"/>
          </a:p>
        </p:txBody>
      </p:sp>
      <p:sp>
        <p:nvSpPr>
          <p:cNvPr id="8" name="TextBox 7"/>
          <p:cNvSpPr txBox="1"/>
          <p:nvPr/>
        </p:nvSpPr>
        <p:spPr>
          <a:xfrm>
            <a:off x="74081" y="6596295"/>
            <a:ext cx="1558815" cy="138499"/>
          </a:xfrm>
          <a:prstGeom prst="rect">
            <a:avLst/>
          </a:prstGeom>
          <a:noFill/>
        </p:spPr>
        <p:txBody>
          <a:bodyPr wrap="square" lIns="0" tIns="0" rIns="0" bIns="0" rtlCol="0">
            <a:spAutoFit/>
          </a:bodyPr>
          <a:lstStyle/>
          <a:p>
            <a:r>
              <a:rPr lang="en-US" sz="900" b="0" i="0" dirty="0" smtClean="0">
                <a:solidFill>
                  <a:schemeClr val="tx1">
                    <a:lumMod val="65000"/>
                    <a:lumOff val="35000"/>
                  </a:schemeClr>
                </a:solidFill>
                <a:latin typeface="Frutiger Next LT W1G"/>
                <a:cs typeface="Frutiger Next LT W1G"/>
              </a:rPr>
              <a:t>© 2013 Autodesk</a:t>
            </a:r>
            <a:endParaRPr lang="en-US" sz="900" b="0" i="0" dirty="0">
              <a:solidFill>
                <a:schemeClr val="tx1">
                  <a:lumMod val="65000"/>
                  <a:lumOff val="35000"/>
                </a:schemeClr>
              </a:solidFill>
              <a:latin typeface="Frutiger Next LT W1G"/>
              <a:cs typeface="Frutiger Next LT W1G"/>
            </a:endParaRPr>
          </a:p>
        </p:txBody>
      </p:sp>
      <p:pic>
        <p:nvPicPr>
          <p:cNvPr id="16" name="Picture 15" descr="autodesk-logo-rgb-color-logo-black-text-larg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6475" y="6566035"/>
            <a:ext cx="1105051" cy="185240"/>
          </a:xfrm>
          <a:prstGeom prst="rect">
            <a:avLst/>
          </a:prstGeom>
        </p:spPr>
      </p:pic>
      <p:sp>
        <p:nvSpPr>
          <p:cNvPr id="9" name="TextBox 8"/>
          <p:cNvSpPr txBox="1"/>
          <p:nvPr userDrawn="1"/>
        </p:nvSpPr>
        <p:spPr>
          <a:xfrm>
            <a:off x="3792592" y="6613830"/>
            <a:ext cx="1558815" cy="138499"/>
          </a:xfrm>
          <a:prstGeom prst="rect">
            <a:avLst/>
          </a:prstGeom>
          <a:noFill/>
        </p:spPr>
        <p:txBody>
          <a:bodyPr wrap="square" lIns="0" tIns="0" rIns="0" bIns="0" rtlCol="0">
            <a:spAutoFit/>
          </a:bodyPr>
          <a:lstStyle/>
          <a:p>
            <a:pPr algn="ctr"/>
            <a:r>
              <a:rPr lang="en-US" sz="900" b="0" i="0" dirty="0" smtClean="0">
                <a:solidFill>
                  <a:schemeClr val="tx1">
                    <a:lumMod val="65000"/>
                    <a:lumOff val="35000"/>
                  </a:schemeClr>
                </a:solidFill>
                <a:latin typeface="Frutiger Next LT W1G"/>
                <a:cs typeface="Frutiger Next LT W1G"/>
              </a:rPr>
              <a:t>Autodesk Exchange for Revit</a:t>
            </a:r>
            <a:endParaRPr lang="en-US" sz="900" b="0" i="0" dirty="0">
              <a:solidFill>
                <a:schemeClr val="tx1">
                  <a:lumMod val="65000"/>
                  <a:lumOff val="35000"/>
                </a:schemeClr>
              </a:solidFill>
              <a:latin typeface="Frutiger Next LT W1G"/>
              <a:cs typeface="Frutiger Next LT W1G"/>
            </a:endParaRPr>
          </a:p>
        </p:txBody>
      </p:sp>
    </p:spTree>
    <p:extLst>
      <p:ext uri="{BB962C8B-B14F-4D97-AF65-F5344CB8AC3E}">
        <p14:creationId xmlns:p14="http://schemas.microsoft.com/office/powerpoint/2010/main" val="408939727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2 column)">
    <p:spTree>
      <p:nvGrpSpPr>
        <p:cNvPr id="1" name=""/>
        <p:cNvGrpSpPr/>
        <p:nvPr/>
      </p:nvGrpSpPr>
      <p:grpSpPr>
        <a:xfrm>
          <a:off x="0" y="0"/>
          <a:ext cx="0" cy="0"/>
          <a:chOff x="0" y="0"/>
          <a:chExt cx="0" cy="0"/>
        </a:xfrm>
      </p:grpSpPr>
      <p:sp>
        <p:nvSpPr>
          <p:cNvPr id="8" name="Title 1"/>
          <p:cNvSpPr>
            <a:spLocks noGrp="1"/>
          </p:cNvSpPr>
          <p:nvPr>
            <p:ph type="title"/>
          </p:nvPr>
        </p:nvSpPr>
        <p:spPr>
          <a:xfrm>
            <a:off x="457201" y="274639"/>
            <a:ext cx="8229600" cy="1143000"/>
          </a:xfrm>
          <a:prstGeom prst="rect">
            <a:avLst/>
          </a:prstGeom>
        </p:spPr>
        <p:txBody>
          <a:bodyPr lIns="0" tIns="0" rIns="0" bIns="0" anchor="t" anchorCtr="0">
            <a:noAutofit/>
          </a:bodyPr>
          <a:lstStyle>
            <a:lvl1pPr algn="l">
              <a:defRPr sz="2800" baseline="0">
                <a:solidFill>
                  <a:schemeClr val="accent4"/>
                </a:solidFill>
              </a:defRPr>
            </a:lvl1pPr>
          </a:lstStyle>
          <a:p>
            <a:r>
              <a:rPr lang="en-US" smtClean="0"/>
              <a:t>Click to edit Master title style</a:t>
            </a:r>
            <a:endParaRPr lang="en-US" dirty="0"/>
          </a:p>
        </p:txBody>
      </p:sp>
      <p:sp>
        <p:nvSpPr>
          <p:cNvPr id="13" name="Content Placeholder 2"/>
          <p:cNvSpPr>
            <a:spLocks noGrp="1"/>
          </p:cNvSpPr>
          <p:nvPr>
            <p:ph idx="17"/>
          </p:nvPr>
        </p:nvSpPr>
        <p:spPr>
          <a:xfrm>
            <a:off x="457202" y="1417641"/>
            <a:ext cx="4040187" cy="4767282"/>
          </a:xfrm>
          <a:prstGeom prst="rect">
            <a:avLst/>
          </a:prstGeom>
        </p:spPr>
        <p:txBody>
          <a:bodyPr lIns="0" tIns="0" rIns="0" bIns="0">
            <a:noAutofit/>
          </a:bodyPr>
          <a:lstStyle>
            <a:lvl1pPr marL="398441" indent="-339706">
              <a:buClr>
                <a:schemeClr val="accent4"/>
              </a:buClr>
              <a:buSzPct val="100000"/>
              <a:buFont typeface="Wingdings" pitchFamily="2" charset="2"/>
              <a:buChar char="§"/>
              <a:defRPr sz="2800" b="0"/>
            </a:lvl1pPr>
            <a:lvl2pPr marL="1011920" indent="-467958">
              <a:buClr>
                <a:schemeClr val="accent4"/>
              </a:buClr>
              <a:buSzPct val="100000"/>
              <a:buFont typeface="Wingdings" pitchFamily="2" charset="2"/>
              <a:buChar char="§"/>
              <a:defRPr sz="2300" b="0">
                <a:solidFill>
                  <a:schemeClr val="tx1"/>
                </a:solidFill>
              </a:defRPr>
            </a:lvl2pPr>
            <a:lvl3pPr marL="1344695" indent="-323971">
              <a:buClr>
                <a:schemeClr val="accent4"/>
              </a:buClr>
              <a:buSzPct val="100000"/>
              <a:buFont typeface="Wingdings" pitchFamily="2" charset="2"/>
              <a:buChar char="§"/>
              <a:defRPr sz="2000" b="0"/>
            </a:lvl3pPr>
            <a:lvl4pPr marL="1885453" indent="-323971">
              <a:buClr>
                <a:schemeClr val="accent4"/>
              </a:buClr>
              <a:buSzPct val="100000"/>
              <a:buFont typeface="Wingdings" pitchFamily="2" charset="2"/>
              <a:buChar char="§"/>
              <a:defRPr sz="1700" b="0"/>
            </a:lvl4pPr>
            <a:lvl5pPr marL="2390214" indent="-287974">
              <a:buClr>
                <a:schemeClr val="accent4"/>
              </a:buClr>
              <a:buSzPct val="100000"/>
              <a:buFont typeface="Wingdings" pitchFamily="2" charset="2"/>
              <a:buChar char="§"/>
              <a:defRPr sz="1500" b="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2"/>
          <p:cNvSpPr>
            <a:spLocks noGrp="1"/>
          </p:cNvSpPr>
          <p:nvPr>
            <p:ph idx="18"/>
          </p:nvPr>
        </p:nvSpPr>
        <p:spPr>
          <a:xfrm>
            <a:off x="4646614" y="1417640"/>
            <a:ext cx="4040187" cy="4767281"/>
          </a:xfrm>
          <a:prstGeom prst="rect">
            <a:avLst/>
          </a:prstGeom>
        </p:spPr>
        <p:txBody>
          <a:bodyPr lIns="0" tIns="0" rIns="0" bIns="0">
            <a:noAutofit/>
          </a:bodyPr>
          <a:lstStyle>
            <a:lvl1pPr marL="383971" indent="-316771">
              <a:buClr>
                <a:schemeClr val="accent4"/>
              </a:buClr>
              <a:buSzPct val="100000"/>
              <a:buFont typeface="Wingdings" charset="2"/>
              <a:buChar char="§"/>
              <a:defRPr sz="2800" b="0"/>
            </a:lvl1pPr>
            <a:lvl2pPr marL="831936" indent="-287974">
              <a:buClr>
                <a:schemeClr val="accent4"/>
              </a:buClr>
              <a:buSzPct val="100000"/>
              <a:buFont typeface="Wingdings" charset="2"/>
              <a:buChar char="§"/>
              <a:defRPr sz="2300" b="0">
                <a:solidFill>
                  <a:schemeClr val="tx1"/>
                </a:solidFill>
              </a:defRPr>
            </a:lvl2pPr>
            <a:lvl3pPr marL="1279901" indent="-259176">
              <a:buClr>
                <a:schemeClr val="accent4"/>
              </a:buClr>
              <a:buSzPct val="100000"/>
              <a:buFont typeface="Wingdings" charset="2"/>
              <a:buChar char="§"/>
              <a:defRPr sz="2000" b="0"/>
            </a:lvl3pPr>
            <a:lvl4pPr marL="1791862" indent="-230379">
              <a:buClr>
                <a:schemeClr val="accent4"/>
              </a:buClr>
              <a:buSzPct val="100000"/>
              <a:buFont typeface="Wingdings" charset="2"/>
              <a:buChar char="§"/>
              <a:defRPr sz="1700" b="0"/>
            </a:lvl4pPr>
            <a:lvl5pPr marL="2303821" indent="-201582">
              <a:buClr>
                <a:schemeClr val="accent4"/>
              </a:buClr>
              <a:buSzPct val="100000"/>
              <a:buFont typeface="Wingdings" charset="2"/>
              <a:buChar char="§"/>
              <a:defRPr sz="1500" b="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Rectangle 5"/>
          <p:cNvSpPr/>
          <p:nvPr/>
        </p:nvSpPr>
        <p:spPr>
          <a:xfrm>
            <a:off x="0" y="6457950"/>
            <a:ext cx="9144000" cy="4000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a:p>
        </p:txBody>
      </p:sp>
      <p:pic>
        <p:nvPicPr>
          <p:cNvPr id="9" name="Picture 8" descr="autodesk-logo-rgb-color-logo-black-text-larg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6475" y="6566035"/>
            <a:ext cx="1105051" cy="185240"/>
          </a:xfrm>
          <a:prstGeom prst="rect">
            <a:avLst/>
          </a:prstGeom>
        </p:spPr>
      </p:pic>
      <p:sp>
        <p:nvSpPr>
          <p:cNvPr id="11" name="TextBox 10"/>
          <p:cNvSpPr txBox="1"/>
          <p:nvPr userDrawn="1"/>
        </p:nvSpPr>
        <p:spPr>
          <a:xfrm>
            <a:off x="74081" y="6596295"/>
            <a:ext cx="1558815" cy="138499"/>
          </a:xfrm>
          <a:prstGeom prst="rect">
            <a:avLst/>
          </a:prstGeom>
          <a:noFill/>
        </p:spPr>
        <p:txBody>
          <a:bodyPr wrap="square" lIns="0" tIns="0" rIns="0" bIns="0" rtlCol="0">
            <a:spAutoFit/>
          </a:bodyPr>
          <a:lstStyle/>
          <a:p>
            <a:r>
              <a:rPr lang="en-US" sz="900" b="0" i="0" dirty="0" smtClean="0">
                <a:solidFill>
                  <a:schemeClr val="tx1">
                    <a:lumMod val="65000"/>
                    <a:lumOff val="35000"/>
                  </a:schemeClr>
                </a:solidFill>
                <a:latin typeface="Frutiger Next LT W1G"/>
                <a:cs typeface="Frutiger Next LT W1G"/>
              </a:rPr>
              <a:t>© 2013 Autodesk</a:t>
            </a:r>
            <a:endParaRPr lang="en-US" sz="900" b="0" i="0" dirty="0">
              <a:solidFill>
                <a:schemeClr val="tx1">
                  <a:lumMod val="65000"/>
                  <a:lumOff val="35000"/>
                </a:schemeClr>
              </a:solidFill>
              <a:latin typeface="Frutiger Next LT W1G"/>
              <a:cs typeface="Frutiger Next LT W1G"/>
            </a:endParaRPr>
          </a:p>
        </p:txBody>
      </p:sp>
    </p:spTree>
    <p:extLst>
      <p:ext uri="{BB962C8B-B14F-4D97-AF65-F5344CB8AC3E}">
        <p14:creationId xmlns:p14="http://schemas.microsoft.com/office/powerpoint/2010/main" val="329823850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Text and Images">
    <p:spTree>
      <p:nvGrpSpPr>
        <p:cNvPr id="1" name=""/>
        <p:cNvGrpSpPr/>
        <p:nvPr/>
      </p:nvGrpSpPr>
      <p:grpSpPr>
        <a:xfrm>
          <a:off x="0" y="0"/>
          <a:ext cx="0" cy="0"/>
          <a:chOff x="0" y="0"/>
          <a:chExt cx="0" cy="0"/>
        </a:xfrm>
      </p:grpSpPr>
      <p:sp>
        <p:nvSpPr>
          <p:cNvPr id="9" name="Picture Placeholder 6"/>
          <p:cNvSpPr>
            <a:spLocks noGrp="1"/>
          </p:cNvSpPr>
          <p:nvPr>
            <p:ph type="pic" sz="quarter" idx="13"/>
          </p:nvPr>
        </p:nvSpPr>
        <p:spPr>
          <a:xfrm>
            <a:off x="4646568" y="1417639"/>
            <a:ext cx="4040232" cy="2160740"/>
          </a:xfrm>
          <a:prstGeom prst="rect">
            <a:avLst/>
          </a:prstGeom>
        </p:spPr>
        <p:txBody>
          <a:bodyPr vert="horz" lIns="57594" tIns="28797" rIns="57594" bIns="28797"/>
          <a:lstStyle>
            <a:lvl1pPr marL="0" indent="0">
              <a:buClr>
                <a:schemeClr val="accent4"/>
              </a:buClr>
              <a:buNone/>
              <a:defRPr/>
            </a:lvl1pPr>
          </a:lstStyle>
          <a:p>
            <a:r>
              <a:rPr lang="en-US" smtClean="0"/>
              <a:t>Click icon to add picture</a:t>
            </a:r>
            <a:endParaRPr lang="en-US" dirty="0"/>
          </a:p>
        </p:txBody>
      </p:sp>
      <p:sp>
        <p:nvSpPr>
          <p:cNvPr id="15" name="Title 1"/>
          <p:cNvSpPr>
            <a:spLocks noGrp="1"/>
          </p:cNvSpPr>
          <p:nvPr>
            <p:ph type="title"/>
          </p:nvPr>
        </p:nvSpPr>
        <p:spPr>
          <a:xfrm>
            <a:off x="457201" y="274639"/>
            <a:ext cx="8229600" cy="1143000"/>
          </a:xfrm>
          <a:prstGeom prst="rect">
            <a:avLst/>
          </a:prstGeom>
        </p:spPr>
        <p:txBody>
          <a:bodyPr lIns="0" tIns="0" rIns="0" bIns="0" anchor="t" anchorCtr="0">
            <a:noAutofit/>
          </a:bodyPr>
          <a:lstStyle>
            <a:lvl1pPr algn="l">
              <a:defRPr sz="2800">
                <a:solidFill>
                  <a:schemeClr val="accent4"/>
                </a:solidFill>
              </a:defRPr>
            </a:lvl1pPr>
          </a:lstStyle>
          <a:p>
            <a:r>
              <a:rPr lang="en-US" smtClean="0"/>
              <a:t>Click to edit Master title style</a:t>
            </a:r>
            <a:endParaRPr lang="en-US" dirty="0"/>
          </a:p>
        </p:txBody>
      </p:sp>
      <p:sp>
        <p:nvSpPr>
          <p:cNvPr id="17" name="Text Placeholder 16"/>
          <p:cNvSpPr>
            <a:spLocks noGrp="1"/>
          </p:cNvSpPr>
          <p:nvPr>
            <p:ph type="body" sz="quarter" idx="14" hasCustomPrompt="1"/>
          </p:nvPr>
        </p:nvSpPr>
        <p:spPr>
          <a:xfrm>
            <a:off x="4646568" y="3578380"/>
            <a:ext cx="4040232" cy="173214"/>
          </a:xfrm>
          <a:prstGeom prst="rect">
            <a:avLst/>
          </a:prstGeom>
        </p:spPr>
        <p:txBody>
          <a:bodyPr vert="horz" lIns="0" tIns="0" rIns="0" bIns="0"/>
          <a:lstStyle>
            <a:lvl1pPr marL="0" indent="0">
              <a:buNone/>
              <a:defRPr sz="700" baseline="0">
                <a:solidFill>
                  <a:schemeClr val="tx1">
                    <a:lumMod val="65000"/>
                    <a:lumOff val="35000"/>
                  </a:schemeClr>
                </a:solidFill>
              </a:defRPr>
            </a:lvl1pPr>
          </a:lstStyle>
          <a:p>
            <a:pPr lvl="0"/>
            <a:r>
              <a:rPr lang="en-US" dirty="0" smtClean="0"/>
              <a:t>Image credit line goes here</a:t>
            </a:r>
            <a:endParaRPr lang="en-US" dirty="0"/>
          </a:p>
        </p:txBody>
      </p:sp>
      <p:sp>
        <p:nvSpPr>
          <p:cNvPr id="12" name="Content Placeholder 2"/>
          <p:cNvSpPr>
            <a:spLocks noGrp="1"/>
          </p:cNvSpPr>
          <p:nvPr>
            <p:ph idx="17"/>
          </p:nvPr>
        </p:nvSpPr>
        <p:spPr>
          <a:xfrm>
            <a:off x="457202" y="1417641"/>
            <a:ext cx="4040187" cy="4767282"/>
          </a:xfrm>
          <a:prstGeom prst="rect">
            <a:avLst/>
          </a:prstGeom>
        </p:spPr>
        <p:txBody>
          <a:bodyPr lIns="0" tIns="0" rIns="0" bIns="0">
            <a:noAutofit/>
          </a:bodyPr>
          <a:lstStyle>
            <a:lvl1pPr marL="383971" indent="-316771">
              <a:buClr>
                <a:schemeClr val="accent4"/>
              </a:buClr>
              <a:buSzPct val="100000"/>
              <a:buFont typeface="Wingdings" charset="2"/>
              <a:buChar char="§"/>
              <a:defRPr sz="2800" b="0"/>
            </a:lvl1pPr>
            <a:lvl2pPr marL="831936" indent="-287974">
              <a:buClr>
                <a:schemeClr val="accent4"/>
              </a:buClr>
              <a:buSzPct val="100000"/>
              <a:buFont typeface="Wingdings" charset="2"/>
              <a:buChar char="§"/>
              <a:defRPr sz="2300" b="0">
                <a:solidFill>
                  <a:schemeClr val="tx1"/>
                </a:solidFill>
              </a:defRPr>
            </a:lvl2pPr>
            <a:lvl3pPr marL="1279901" indent="-259176">
              <a:buClr>
                <a:schemeClr val="accent4"/>
              </a:buClr>
              <a:buSzPct val="100000"/>
              <a:buFont typeface="Wingdings" charset="2"/>
              <a:buChar char="§"/>
              <a:defRPr sz="2000" b="0"/>
            </a:lvl3pPr>
            <a:lvl4pPr marL="1791862" indent="-230379">
              <a:buClr>
                <a:schemeClr val="accent4"/>
              </a:buClr>
              <a:buSzPct val="100000"/>
              <a:buFont typeface="Wingdings" charset="2"/>
              <a:buChar char="§"/>
              <a:defRPr sz="1700" b="0"/>
            </a:lvl4pPr>
            <a:lvl5pPr marL="2303821" indent="-201582">
              <a:buClr>
                <a:schemeClr val="accent4"/>
              </a:buClr>
              <a:buSzPct val="100000"/>
              <a:buFont typeface="Wingdings" charset="2"/>
              <a:buChar char="§"/>
              <a:defRPr sz="1500" b="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Picture Placeholder 6"/>
          <p:cNvSpPr>
            <a:spLocks noGrp="1"/>
          </p:cNvSpPr>
          <p:nvPr>
            <p:ph type="pic" sz="quarter" idx="18"/>
          </p:nvPr>
        </p:nvSpPr>
        <p:spPr>
          <a:xfrm>
            <a:off x="4646568" y="3852667"/>
            <a:ext cx="4040232" cy="2160740"/>
          </a:xfrm>
          <a:prstGeom prst="rect">
            <a:avLst/>
          </a:prstGeom>
        </p:spPr>
        <p:txBody>
          <a:bodyPr vert="horz" lIns="57594" tIns="28797" rIns="57594" bIns="28797"/>
          <a:lstStyle>
            <a:lvl1pPr marL="0" indent="0">
              <a:buClr>
                <a:schemeClr val="accent4"/>
              </a:buClr>
              <a:buNone/>
              <a:defRPr/>
            </a:lvl1pPr>
          </a:lstStyle>
          <a:p>
            <a:r>
              <a:rPr lang="en-US" smtClean="0"/>
              <a:t>Click icon to add picture</a:t>
            </a:r>
            <a:endParaRPr lang="en-US" dirty="0"/>
          </a:p>
        </p:txBody>
      </p:sp>
      <p:sp>
        <p:nvSpPr>
          <p:cNvPr id="14" name="Text Placeholder 16"/>
          <p:cNvSpPr>
            <a:spLocks noGrp="1"/>
          </p:cNvSpPr>
          <p:nvPr>
            <p:ph type="body" sz="quarter" idx="19" hasCustomPrompt="1"/>
          </p:nvPr>
        </p:nvSpPr>
        <p:spPr>
          <a:xfrm>
            <a:off x="4646568" y="6013407"/>
            <a:ext cx="4040232" cy="173214"/>
          </a:xfrm>
          <a:prstGeom prst="rect">
            <a:avLst/>
          </a:prstGeom>
        </p:spPr>
        <p:txBody>
          <a:bodyPr vert="horz" lIns="0" tIns="0" rIns="0" bIns="0"/>
          <a:lstStyle>
            <a:lvl1pPr marL="0" indent="0">
              <a:buNone/>
              <a:defRPr sz="700" baseline="0">
                <a:solidFill>
                  <a:schemeClr val="tx1">
                    <a:lumMod val="65000"/>
                    <a:lumOff val="35000"/>
                  </a:schemeClr>
                </a:solidFill>
              </a:defRPr>
            </a:lvl1pPr>
          </a:lstStyle>
          <a:p>
            <a:pPr lvl="0"/>
            <a:r>
              <a:rPr lang="en-US" dirty="0" smtClean="0"/>
              <a:t>Image credit line goes here</a:t>
            </a:r>
            <a:endParaRPr lang="en-US" dirty="0"/>
          </a:p>
        </p:txBody>
      </p:sp>
      <p:sp>
        <p:nvSpPr>
          <p:cNvPr id="18" name="Rectangle 17"/>
          <p:cNvSpPr/>
          <p:nvPr/>
        </p:nvSpPr>
        <p:spPr>
          <a:xfrm>
            <a:off x="0" y="6457950"/>
            <a:ext cx="9144000" cy="4000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a:p>
        </p:txBody>
      </p:sp>
      <p:pic>
        <p:nvPicPr>
          <p:cNvPr id="13" name="Picture 12" descr="autodesk-logo-rgb-color-logo-black-text-larg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6475" y="6566035"/>
            <a:ext cx="1105051" cy="185240"/>
          </a:xfrm>
          <a:prstGeom prst="rect">
            <a:avLst/>
          </a:prstGeom>
        </p:spPr>
      </p:pic>
      <p:sp>
        <p:nvSpPr>
          <p:cNvPr id="19" name="TextBox 18"/>
          <p:cNvSpPr txBox="1"/>
          <p:nvPr userDrawn="1"/>
        </p:nvSpPr>
        <p:spPr>
          <a:xfrm>
            <a:off x="74081" y="6596295"/>
            <a:ext cx="1558815" cy="138499"/>
          </a:xfrm>
          <a:prstGeom prst="rect">
            <a:avLst/>
          </a:prstGeom>
          <a:noFill/>
        </p:spPr>
        <p:txBody>
          <a:bodyPr wrap="square" lIns="0" tIns="0" rIns="0" bIns="0" rtlCol="0">
            <a:spAutoFit/>
          </a:bodyPr>
          <a:lstStyle/>
          <a:p>
            <a:r>
              <a:rPr lang="en-US" sz="900" b="0" i="0" dirty="0" smtClean="0">
                <a:solidFill>
                  <a:schemeClr val="tx1">
                    <a:lumMod val="65000"/>
                    <a:lumOff val="35000"/>
                  </a:schemeClr>
                </a:solidFill>
                <a:latin typeface="Frutiger Next LT W1G"/>
                <a:cs typeface="Frutiger Next LT W1G"/>
              </a:rPr>
              <a:t>© 2013 Autodesk</a:t>
            </a:r>
            <a:endParaRPr lang="en-US" sz="900" b="0" i="0" dirty="0">
              <a:solidFill>
                <a:schemeClr val="tx1">
                  <a:lumMod val="65000"/>
                  <a:lumOff val="35000"/>
                </a:schemeClr>
              </a:solidFill>
              <a:latin typeface="Frutiger Next LT W1G"/>
              <a:cs typeface="Frutiger Next LT W1G"/>
            </a:endParaRPr>
          </a:p>
        </p:txBody>
      </p:sp>
    </p:spTree>
    <p:extLst>
      <p:ext uri="{BB962C8B-B14F-4D97-AF65-F5344CB8AC3E}">
        <p14:creationId xmlns:p14="http://schemas.microsoft.com/office/powerpoint/2010/main" val="424923577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5" name="Rectangle 4"/>
          <p:cNvSpPr/>
          <p:nvPr/>
        </p:nvSpPr>
        <p:spPr>
          <a:xfrm>
            <a:off x="0" y="6457950"/>
            <a:ext cx="9144000" cy="4000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a:p>
        </p:txBody>
      </p:sp>
      <p:sp>
        <p:nvSpPr>
          <p:cNvPr id="2" name="Title 1"/>
          <p:cNvSpPr>
            <a:spLocks noGrp="1"/>
          </p:cNvSpPr>
          <p:nvPr>
            <p:ph type="title"/>
          </p:nvPr>
        </p:nvSpPr>
        <p:spPr>
          <a:xfrm>
            <a:off x="417260" y="256035"/>
            <a:ext cx="8266177" cy="996229"/>
          </a:xfrm>
          <a:prstGeom prst="rect">
            <a:avLst/>
          </a:prstGeom>
        </p:spPr>
        <p:txBody>
          <a:bodyPr lIns="57594" tIns="28797" rIns="57594" bIns="28797"/>
          <a:lstStyle>
            <a:lvl1pPr>
              <a:defRPr baseline="0">
                <a:solidFill>
                  <a:schemeClr val="accent4"/>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17260" y="1508760"/>
            <a:ext cx="8266177" cy="4709161"/>
          </a:xfrm>
          <a:prstGeom prst="rect">
            <a:avLst/>
          </a:prstGeom>
        </p:spPr>
        <p:txBody>
          <a:bodyPr lIns="57594" tIns="28797" rIns="57594" bIns="28797"/>
          <a:lstStyle>
            <a:lvl1pPr>
              <a:buClr>
                <a:schemeClr val="accent4"/>
              </a:buClr>
              <a:defRPr/>
            </a:lvl1pPr>
            <a:lvl2pPr>
              <a:buClr>
                <a:schemeClr val="accent4"/>
              </a:buClr>
              <a:defRPr/>
            </a:lvl2pPr>
            <a:lvl3pPr>
              <a:buClr>
                <a:schemeClr val="accent4"/>
              </a:buClr>
              <a:defRPr/>
            </a:lvl3pPr>
            <a:lvl4pPr>
              <a:buClr>
                <a:schemeClr val="accent4"/>
              </a:buClr>
              <a:defRPr/>
            </a:lvl4pPr>
            <a:lvl5pPr>
              <a:buClr>
                <a:schemeClr val="accent4"/>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Slide Number Placeholder 3"/>
          <p:cNvSpPr>
            <a:spLocks noGrp="1"/>
          </p:cNvSpPr>
          <p:nvPr>
            <p:ph type="sldNum" sz="quarter" idx="10"/>
          </p:nvPr>
        </p:nvSpPr>
        <p:spPr>
          <a:xfrm>
            <a:off x="4277852" y="6452642"/>
            <a:ext cx="543077" cy="364331"/>
          </a:xfrm>
          <a:prstGeom prst="rect">
            <a:avLst/>
          </a:prstGeom>
        </p:spPr>
        <p:txBody>
          <a:bodyPr lIns="57594" tIns="28797" rIns="57594" bIns="28797"/>
          <a:lstStyle>
            <a:lvl1pPr algn="ctr">
              <a:defRPr sz="1800">
                <a:latin typeface="Frutiger Next LT W1G" pitchFamily="34" charset="0"/>
              </a:defRPr>
            </a:lvl1pPr>
          </a:lstStyle>
          <a:p>
            <a:fld id="{F734506C-EF52-4FF2-9904-C2A4DBD83A4B}" type="slidenum">
              <a:rPr lang="en-US" smtClean="0"/>
              <a:pPr/>
              <a:t>‹#›</a:t>
            </a:fld>
            <a:endParaRPr lang="en-US" dirty="0"/>
          </a:p>
        </p:txBody>
      </p:sp>
      <p:pic>
        <p:nvPicPr>
          <p:cNvPr id="8" name="Picture 7" descr="autodesk-logo-rgb-color-logo-black-text-larg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6475" y="6566035"/>
            <a:ext cx="1105051" cy="185240"/>
          </a:xfrm>
          <a:prstGeom prst="rect">
            <a:avLst/>
          </a:prstGeom>
        </p:spPr>
      </p:pic>
      <p:sp>
        <p:nvSpPr>
          <p:cNvPr id="9" name="TextBox 8"/>
          <p:cNvSpPr txBox="1"/>
          <p:nvPr/>
        </p:nvSpPr>
        <p:spPr>
          <a:xfrm>
            <a:off x="74081" y="6596295"/>
            <a:ext cx="1636572" cy="138499"/>
          </a:xfrm>
          <a:prstGeom prst="rect">
            <a:avLst/>
          </a:prstGeom>
          <a:noFill/>
        </p:spPr>
        <p:txBody>
          <a:bodyPr wrap="square" lIns="0" tIns="0" rIns="0" bIns="0" rtlCol="0">
            <a:spAutoFit/>
          </a:bodyPr>
          <a:lstStyle/>
          <a:p>
            <a:r>
              <a:rPr lang="en-US" sz="900" b="0" i="0" dirty="0" smtClean="0">
                <a:solidFill>
                  <a:schemeClr val="tx1">
                    <a:lumMod val="65000"/>
                    <a:lumOff val="35000"/>
                  </a:schemeClr>
                </a:solidFill>
                <a:latin typeface="Frutiger Next LT W1G"/>
                <a:cs typeface="Frutiger Next LT W1G"/>
              </a:rPr>
              <a:t>© 2013 Autodesk</a:t>
            </a:r>
            <a:endParaRPr lang="en-US" sz="900" b="0" i="0" dirty="0">
              <a:solidFill>
                <a:schemeClr val="tx1">
                  <a:lumMod val="65000"/>
                  <a:lumOff val="35000"/>
                </a:schemeClr>
              </a:solidFill>
              <a:latin typeface="Frutiger Next LT W1G"/>
              <a:cs typeface="Frutiger Next LT W1G"/>
            </a:endParaRPr>
          </a:p>
        </p:txBody>
      </p:sp>
    </p:spTree>
    <p:extLst>
      <p:ext uri="{BB962C8B-B14F-4D97-AF65-F5344CB8AC3E}">
        <p14:creationId xmlns:p14="http://schemas.microsoft.com/office/powerpoint/2010/main" val="2541264188"/>
      </p:ext>
    </p:extLst>
  </p:cSld>
  <p:clrMapOvr>
    <a:masterClrMapping/>
  </p:clrMapOvr>
  <p:transition/>
  <p:timing>
    <p:tnLst>
      <p:par>
        <p:cTn id="1" dur="indefinite" restart="never" nodeType="tmRoot"/>
      </p:par>
    </p:tnLst>
  </p:timing>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p:nvSpPr>
        <p:spPr>
          <a:xfrm>
            <a:off x="0" y="6457950"/>
            <a:ext cx="9144000" cy="4000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57594" tIns="28797" rIns="57594" bIns="28797" rtlCol="0" anchor="ctr"/>
          <a:lstStyle/>
          <a:p>
            <a:pPr algn="ctr"/>
            <a:endParaRPr lang="en-US"/>
          </a:p>
        </p:txBody>
      </p:sp>
      <p:pic>
        <p:nvPicPr>
          <p:cNvPr id="8" name="Picture 7" descr="autodesk-logo-rgb-color-logo-black-text-larg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6475" y="6566035"/>
            <a:ext cx="1105051" cy="185240"/>
          </a:xfrm>
          <a:prstGeom prst="rect">
            <a:avLst/>
          </a:prstGeom>
        </p:spPr>
      </p:pic>
      <p:sp>
        <p:nvSpPr>
          <p:cNvPr id="10" name="Title 9"/>
          <p:cNvSpPr>
            <a:spLocks noGrp="1"/>
          </p:cNvSpPr>
          <p:nvPr>
            <p:ph type="title" hasCustomPrompt="1"/>
          </p:nvPr>
        </p:nvSpPr>
        <p:spPr>
          <a:xfrm>
            <a:off x="457200" y="2745696"/>
            <a:ext cx="8229600" cy="1143000"/>
          </a:xfrm>
          <a:prstGeom prst="rect">
            <a:avLst/>
          </a:prstGeom>
        </p:spPr>
        <p:txBody>
          <a:bodyPr anchor="ctr"/>
          <a:lstStyle>
            <a:lvl1pPr algn="ctr">
              <a:defRPr sz="10000">
                <a:solidFill>
                  <a:schemeClr val="accent4"/>
                </a:solidFill>
              </a:defRPr>
            </a:lvl1pPr>
          </a:lstStyle>
          <a:p>
            <a:r>
              <a:rPr lang="en-US" dirty="0" smtClean="0"/>
              <a:t>Keyword</a:t>
            </a:r>
            <a:endParaRPr lang="en-US" dirty="0"/>
          </a:p>
        </p:txBody>
      </p:sp>
      <p:sp>
        <p:nvSpPr>
          <p:cNvPr id="6" name="TextBox 5"/>
          <p:cNvSpPr txBox="1"/>
          <p:nvPr userDrawn="1"/>
        </p:nvSpPr>
        <p:spPr>
          <a:xfrm>
            <a:off x="74081" y="6596295"/>
            <a:ext cx="1558815" cy="138499"/>
          </a:xfrm>
          <a:prstGeom prst="rect">
            <a:avLst/>
          </a:prstGeom>
          <a:noFill/>
        </p:spPr>
        <p:txBody>
          <a:bodyPr wrap="square" lIns="0" tIns="0" rIns="0" bIns="0" rtlCol="0">
            <a:spAutoFit/>
          </a:bodyPr>
          <a:lstStyle/>
          <a:p>
            <a:r>
              <a:rPr lang="en-US" sz="900" b="0" i="0" dirty="0" smtClean="0">
                <a:solidFill>
                  <a:schemeClr val="tx1">
                    <a:lumMod val="65000"/>
                    <a:lumOff val="35000"/>
                  </a:schemeClr>
                </a:solidFill>
                <a:latin typeface="Frutiger Next LT W1G"/>
                <a:cs typeface="Frutiger Next LT W1G"/>
              </a:rPr>
              <a:t>© 2013 Autodesk</a:t>
            </a:r>
            <a:endParaRPr lang="en-US" sz="900" b="0" i="0" dirty="0">
              <a:solidFill>
                <a:schemeClr val="tx1">
                  <a:lumMod val="65000"/>
                  <a:lumOff val="35000"/>
                </a:schemeClr>
              </a:solidFill>
              <a:latin typeface="Frutiger Next LT W1G"/>
              <a:cs typeface="Frutiger Next LT W1G"/>
            </a:endParaRPr>
          </a:p>
        </p:txBody>
      </p:sp>
    </p:spTree>
    <p:extLst>
      <p:ext uri="{BB962C8B-B14F-4D97-AF65-F5344CB8AC3E}">
        <p14:creationId xmlns:p14="http://schemas.microsoft.com/office/powerpoint/2010/main" val="2658609359"/>
      </p:ext>
    </p:extLst>
  </p:cSld>
  <p:clrMapOvr>
    <a:masterClrMapping/>
  </p:clrMapOvr>
  <p:transition/>
  <p:timing>
    <p:tnLst>
      <p:par>
        <p:cTn id="1" dur="indefinite" restart="never" nodeType="tmRoot"/>
      </p:par>
    </p:tnLst>
  </p:timing>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4" name="TextBox 3"/>
          <p:cNvSpPr txBox="1"/>
          <p:nvPr/>
        </p:nvSpPr>
        <p:spPr>
          <a:xfrm>
            <a:off x="220961" y="6037116"/>
            <a:ext cx="8772932" cy="692497"/>
          </a:xfrm>
          <a:prstGeom prst="rect">
            <a:avLst/>
          </a:prstGeom>
          <a:noFill/>
        </p:spPr>
        <p:txBody>
          <a:bodyPr wrap="square" lIns="0" tIns="0" rIns="0" bIns="0" rtlCol="0">
            <a:spAutoFit/>
          </a:bodyPr>
          <a:lstStyle/>
          <a:p>
            <a:r>
              <a:rPr lang="en-US" sz="900" b="0" i="0" dirty="0" smtClean="0">
                <a:solidFill>
                  <a:schemeClr val="bg1">
                    <a:lumMod val="65000"/>
                  </a:schemeClr>
                </a:solidFill>
                <a:latin typeface="Frutiger Next LT W1G"/>
                <a:cs typeface="Frutiger Next LT W1G"/>
              </a:rPr>
              <a:t>Autodesk is a registered trademark of Autodesk, Inc., and/or its subsidiaries and/or affiliates in the USA and/or other countries. All other brand names, product names, or trademarks belong to their respective holders. Autodesk reserves the right to alter product and services offerings, and specifications and pricing at any time without notice, and is not responsible for typographical or graphical errors that may appear in this document.</a:t>
            </a:r>
          </a:p>
          <a:p>
            <a:endParaRPr lang="en-US" sz="900" b="0" i="0" dirty="0" smtClean="0">
              <a:solidFill>
                <a:schemeClr val="bg1">
                  <a:lumMod val="65000"/>
                </a:schemeClr>
              </a:solidFill>
              <a:latin typeface="Frutiger Next LT W1G"/>
              <a:cs typeface="Frutiger Next LT W1G"/>
            </a:endParaRPr>
          </a:p>
          <a:p>
            <a:r>
              <a:rPr lang="en-US" sz="900" b="0" i="0" dirty="0" smtClean="0">
                <a:solidFill>
                  <a:schemeClr val="bg1">
                    <a:lumMod val="65000"/>
                  </a:schemeClr>
                </a:solidFill>
                <a:latin typeface="Frutiger Next LT W1G"/>
                <a:cs typeface="Frutiger Next LT W1G"/>
              </a:rPr>
              <a:t>© 2013 Autodesk, Inc. All right</a:t>
            </a:r>
            <a:r>
              <a:rPr lang="en-US" sz="900" b="0" i="0" baseline="0" dirty="0" smtClean="0">
                <a:solidFill>
                  <a:schemeClr val="bg1">
                    <a:lumMod val="65000"/>
                  </a:schemeClr>
                </a:solidFill>
                <a:latin typeface="Frutiger Next LT W1G"/>
                <a:cs typeface="Frutiger Next LT W1G"/>
              </a:rPr>
              <a:t>s reserved.</a:t>
            </a:r>
            <a:endParaRPr lang="en-US" sz="900" b="0" i="0" dirty="0">
              <a:solidFill>
                <a:schemeClr val="bg1">
                  <a:lumMod val="65000"/>
                </a:schemeClr>
              </a:solidFill>
              <a:latin typeface="Frutiger Next LT W1G"/>
              <a:cs typeface="Frutiger Next LT W1G"/>
            </a:endParaRPr>
          </a:p>
        </p:txBody>
      </p:sp>
      <p:pic>
        <p:nvPicPr>
          <p:cNvPr id="6" name="Picture 5" descr="autodesk-logo-rgb-color-logo-black-text-large.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478612" y="2771429"/>
            <a:ext cx="6178740" cy="1035742"/>
          </a:xfrm>
          <a:prstGeom prst="rect">
            <a:avLst/>
          </a:prstGeom>
        </p:spPr>
      </p:pic>
    </p:spTree>
    <p:extLst>
      <p:ext uri="{BB962C8B-B14F-4D97-AF65-F5344CB8AC3E}">
        <p14:creationId xmlns:p14="http://schemas.microsoft.com/office/powerpoint/2010/main" val="2889972964"/>
      </p:ext>
    </p:extLst>
  </p:cSld>
  <p:clrMapOvr>
    <a:masterClrMapping/>
  </p:clrMapOvr>
  <p:timing>
    <p:tnLst>
      <p:par>
        <p:cTn id="1" dur="indefinite" restart="never" nodeType="tmRoot"/>
      </p:par>
    </p:tnLst>
  </p:timing>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bg1"/>
            </a:gs>
            <a:gs pos="100000">
              <a:schemeClr val="bg1">
                <a:lumMod val="65000"/>
                <a:alpha val="56000"/>
              </a:schemeClr>
            </a:gs>
            <a:gs pos="55000">
              <a:schemeClr val="bg1">
                <a:lumMod val="9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512451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3" r:id="rId5"/>
    <p:sldLayoutId id="2147483678" r:id="rId6"/>
    <p:sldLayoutId id="2147483672" r:id="rId7"/>
  </p:sldLayoutIdLst>
  <p:timing>
    <p:tnLst>
      <p:par>
        <p:cTn id="1" dur="indefinite" restart="never" nodeType="tmRoot"/>
      </p:par>
    </p:tnLst>
  </p:timing>
  <p:hf sldNum="0" hdr="0" dt="0"/>
  <p:txStyles>
    <p:titleStyle>
      <a:lvl1pPr algn="l" defTabSz="511960" rtl="0" eaLnBrk="1" latinLnBrk="0" hangingPunct="1">
        <a:spcBef>
          <a:spcPct val="0"/>
        </a:spcBef>
        <a:buNone/>
        <a:defRPr sz="2800" b="1" i="0" kern="1200" baseline="0">
          <a:solidFill>
            <a:srgbClr val="1B58A8"/>
          </a:solidFill>
          <a:latin typeface="Frutiger Next LT W1G"/>
          <a:ea typeface="+mj-ea"/>
          <a:cs typeface="Frutiger Next LT W1G"/>
        </a:defRPr>
      </a:lvl1pPr>
    </p:titleStyle>
    <p:bodyStyle>
      <a:lvl1pPr marL="431961" indent="-431961" algn="l" defTabSz="511960" rtl="0" eaLnBrk="1" latinLnBrk="0" hangingPunct="1">
        <a:spcBef>
          <a:spcPts val="0"/>
        </a:spcBef>
        <a:buFont typeface="Wingdings" charset="2"/>
        <a:buChar char="§"/>
        <a:defRPr sz="2800" b="0" i="0" kern="1200" baseline="0">
          <a:solidFill>
            <a:schemeClr val="tx1"/>
          </a:solidFill>
          <a:latin typeface="Frutiger Next LT W1G"/>
          <a:ea typeface="+mn-ea"/>
          <a:cs typeface="Frutiger Next LT W1G"/>
        </a:defRPr>
      </a:lvl1pPr>
      <a:lvl2pPr marL="831936" indent="-319975" algn="l" defTabSz="511960" rtl="0" eaLnBrk="1" latinLnBrk="0" hangingPunct="1">
        <a:spcBef>
          <a:spcPct val="20000"/>
        </a:spcBef>
        <a:buFont typeface="Wingdings" charset="2"/>
        <a:buChar char="§"/>
        <a:defRPr sz="2300" b="0" i="0" kern="1200">
          <a:solidFill>
            <a:schemeClr val="tx1"/>
          </a:solidFill>
          <a:latin typeface="Frutiger Next LT W1G"/>
          <a:ea typeface="+mn-ea"/>
          <a:cs typeface="Frutiger Next LT W1G"/>
        </a:defRPr>
      </a:lvl2pPr>
      <a:lvl3pPr marL="1279901" indent="-255981" algn="l" defTabSz="511960" rtl="0" eaLnBrk="1" latinLnBrk="0" hangingPunct="1">
        <a:spcBef>
          <a:spcPct val="20000"/>
        </a:spcBef>
        <a:buFont typeface="Wingdings" charset="2"/>
        <a:buChar char="§"/>
        <a:defRPr sz="2000" b="0" i="0" kern="1200">
          <a:solidFill>
            <a:schemeClr val="tx1"/>
          </a:solidFill>
          <a:latin typeface="Frutiger Next LT W1G"/>
          <a:ea typeface="+mn-ea"/>
          <a:cs typeface="Frutiger Next LT W1G"/>
        </a:defRPr>
      </a:lvl3pPr>
      <a:lvl4pPr marL="1791862" indent="-255981" algn="l" defTabSz="511960" rtl="0" eaLnBrk="1" latinLnBrk="0" hangingPunct="1">
        <a:spcBef>
          <a:spcPct val="20000"/>
        </a:spcBef>
        <a:buFont typeface="Wingdings" charset="2"/>
        <a:buChar char="§"/>
        <a:defRPr sz="1700" b="0" i="0" kern="1200">
          <a:solidFill>
            <a:schemeClr val="tx1"/>
          </a:solidFill>
          <a:latin typeface="Frutiger Next LT W1G"/>
          <a:ea typeface="+mn-ea"/>
          <a:cs typeface="Frutiger Next LT W1G"/>
        </a:defRPr>
      </a:lvl4pPr>
      <a:lvl5pPr marL="2303821" indent="-255981" algn="l" defTabSz="511960" rtl="0" eaLnBrk="1" latinLnBrk="0" hangingPunct="1">
        <a:spcBef>
          <a:spcPct val="20000"/>
        </a:spcBef>
        <a:buFont typeface="Wingdings" charset="2"/>
        <a:buChar char="§"/>
        <a:defRPr sz="1500" b="0" i="0" kern="1200">
          <a:solidFill>
            <a:schemeClr val="tx1"/>
          </a:solidFill>
          <a:latin typeface="Frutiger Next LT W1G"/>
          <a:ea typeface="+mn-ea"/>
          <a:cs typeface="Frutiger Next LT W1G"/>
        </a:defRPr>
      </a:lvl5pPr>
      <a:lvl6pPr marL="2815782" indent="-255981" algn="l" defTabSz="511960" rtl="0" eaLnBrk="1" latinLnBrk="0" hangingPunct="1">
        <a:spcBef>
          <a:spcPct val="20000"/>
        </a:spcBef>
        <a:buFont typeface="Arial"/>
        <a:buChar char="•"/>
        <a:defRPr sz="2300" kern="1200">
          <a:solidFill>
            <a:schemeClr val="tx1"/>
          </a:solidFill>
          <a:latin typeface="+mn-lt"/>
          <a:ea typeface="+mn-ea"/>
          <a:cs typeface="+mn-cs"/>
        </a:defRPr>
      </a:lvl6pPr>
      <a:lvl7pPr marL="3327742" indent="-255981" algn="l" defTabSz="511960" rtl="0" eaLnBrk="1" latinLnBrk="0" hangingPunct="1">
        <a:spcBef>
          <a:spcPct val="20000"/>
        </a:spcBef>
        <a:buFont typeface="Arial"/>
        <a:buChar char="•"/>
        <a:defRPr sz="2300" kern="1200">
          <a:solidFill>
            <a:schemeClr val="tx1"/>
          </a:solidFill>
          <a:latin typeface="+mn-lt"/>
          <a:ea typeface="+mn-ea"/>
          <a:cs typeface="+mn-cs"/>
        </a:defRPr>
      </a:lvl7pPr>
      <a:lvl8pPr marL="3839702" indent="-255981" algn="l" defTabSz="511960" rtl="0" eaLnBrk="1" latinLnBrk="0" hangingPunct="1">
        <a:spcBef>
          <a:spcPct val="20000"/>
        </a:spcBef>
        <a:buFont typeface="Arial"/>
        <a:buChar char="•"/>
        <a:defRPr sz="2300" kern="1200">
          <a:solidFill>
            <a:schemeClr val="tx1"/>
          </a:solidFill>
          <a:latin typeface="+mn-lt"/>
          <a:ea typeface="+mn-ea"/>
          <a:cs typeface="+mn-cs"/>
        </a:defRPr>
      </a:lvl8pPr>
      <a:lvl9pPr marL="4351662" indent="-255981" algn="l" defTabSz="511960"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11960" rtl="0" eaLnBrk="1" latinLnBrk="0" hangingPunct="1">
        <a:defRPr sz="2000" kern="1200">
          <a:solidFill>
            <a:schemeClr val="tx1"/>
          </a:solidFill>
          <a:latin typeface="+mn-lt"/>
          <a:ea typeface="+mn-ea"/>
          <a:cs typeface="+mn-cs"/>
        </a:defRPr>
      </a:lvl1pPr>
      <a:lvl2pPr marL="511960" algn="l" defTabSz="511960" rtl="0" eaLnBrk="1" latinLnBrk="0" hangingPunct="1">
        <a:defRPr sz="2000" kern="1200">
          <a:solidFill>
            <a:schemeClr val="tx1"/>
          </a:solidFill>
          <a:latin typeface="+mn-lt"/>
          <a:ea typeface="+mn-ea"/>
          <a:cs typeface="+mn-cs"/>
        </a:defRPr>
      </a:lvl2pPr>
      <a:lvl3pPr marL="1023921" algn="l" defTabSz="511960" rtl="0" eaLnBrk="1" latinLnBrk="0" hangingPunct="1">
        <a:defRPr sz="2000" kern="1200">
          <a:solidFill>
            <a:schemeClr val="tx1"/>
          </a:solidFill>
          <a:latin typeface="+mn-lt"/>
          <a:ea typeface="+mn-ea"/>
          <a:cs typeface="+mn-cs"/>
        </a:defRPr>
      </a:lvl3pPr>
      <a:lvl4pPr marL="1535881" algn="l" defTabSz="511960" rtl="0" eaLnBrk="1" latinLnBrk="0" hangingPunct="1">
        <a:defRPr sz="2000" kern="1200">
          <a:solidFill>
            <a:schemeClr val="tx1"/>
          </a:solidFill>
          <a:latin typeface="+mn-lt"/>
          <a:ea typeface="+mn-ea"/>
          <a:cs typeface="+mn-cs"/>
        </a:defRPr>
      </a:lvl4pPr>
      <a:lvl5pPr marL="2047842" algn="l" defTabSz="511960" rtl="0" eaLnBrk="1" latinLnBrk="0" hangingPunct="1">
        <a:defRPr sz="2000" kern="1200">
          <a:solidFill>
            <a:schemeClr val="tx1"/>
          </a:solidFill>
          <a:latin typeface="+mn-lt"/>
          <a:ea typeface="+mn-ea"/>
          <a:cs typeface="+mn-cs"/>
        </a:defRPr>
      </a:lvl5pPr>
      <a:lvl6pPr marL="2559802" algn="l" defTabSz="511960" rtl="0" eaLnBrk="1" latinLnBrk="0" hangingPunct="1">
        <a:defRPr sz="2000" kern="1200">
          <a:solidFill>
            <a:schemeClr val="tx1"/>
          </a:solidFill>
          <a:latin typeface="+mn-lt"/>
          <a:ea typeface="+mn-ea"/>
          <a:cs typeface="+mn-cs"/>
        </a:defRPr>
      </a:lvl6pPr>
      <a:lvl7pPr marL="3071762" algn="l" defTabSz="511960" rtl="0" eaLnBrk="1" latinLnBrk="0" hangingPunct="1">
        <a:defRPr sz="2000" kern="1200">
          <a:solidFill>
            <a:schemeClr val="tx1"/>
          </a:solidFill>
          <a:latin typeface="+mn-lt"/>
          <a:ea typeface="+mn-ea"/>
          <a:cs typeface="+mn-cs"/>
        </a:defRPr>
      </a:lvl7pPr>
      <a:lvl8pPr marL="3583723" algn="l" defTabSz="511960" rtl="0" eaLnBrk="1" latinLnBrk="0" hangingPunct="1">
        <a:defRPr sz="2000" kern="1200">
          <a:solidFill>
            <a:schemeClr val="tx1"/>
          </a:solidFill>
          <a:latin typeface="+mn-lt"/>
          <a:ea typeface="+mn-ea"/>
          <a:cs typeface="+mn-cs"/>
        </a:defRPr>
      </a:lvl8pPr>
      <a:lvl9pPr marL="4095683" algn="l" defTabSz="51196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apps.exchange.autodesk.com/RVT/Home/Index"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usa.autodesk.com/adsk/servlet/item?siteID=123112&amp;id=20149725" TargetMode="External"/><Relationship Id="rId3" Type="http://schemas.openxmlformats.org/officeDocument/2006/relationships/hyperlink" Target="http://www.autodesk.com/developapps" TargetMode="External"/><Relationship Id="rId7" Type="http://schemas.openxmlformats.org/officeDocument/2006/relationships/hyperlink" Target="http://usa.autodesk.com/adsk/servlet/item?siteID=123112&amp;id=20143097"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hyperlink" Target="http://images.autodesk.com/adsk/files/app_submission__required_information1.doc" TargetMode="External"/><Relationship Id="rId5" Type="http://schemas.openxmlformats.org/officeDocument/2006/relationships/hyperlink" Target="http://images.autodesk.com/adsk/files/icons_publishers.zip" TargetMode="External"/><Relationship Id="rId4" Type="http://schemas.openxmlformats.org/officeDocument/2006/relationships/hyperlink" Target="http://usa.autodesk.com/adsk/servlet/item?siteID=123112&amp;id=20143032" TargetMode="External"/><Relationship Id="rId9" Type="http://schemas.openxmlformats.org/officeDocument/2006/relationships/hyperlink" Target="http://usa.autodesk.com/adsk/servlet/item?siteID=123112&amp;id=20149658"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mailto:appsinfo@autodesk.com"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57202" y="2432343"/>
            <a:ext cx="6019798" cy="1205087"/>
          </a:xfrm>
        </p:spPr>
        <p:txBody>
          <a:bodyPr/>
          <a:lstStyle/>
          <a:p>
            <a:r>
              <a:rPr lang="en-US" dirty="0" smtClean="0"/>
              <a:t>Summary </a:t>
            </a:r>
            <a:endParaRPr lang="en-US" dirty="0"/>
          </a:p>
        </p:txBody>
      </p:sp>
      <p:sp>
        <p:nvSpPr>
          <p:cNvPr id="3" name="Text Placeholder 4"/>
          <p:cNvSpPr>
            <a:spLocks noGrp="1"/>
          </p:cNvSpPr>
          <p:nvPr>
            <p:ph type="body" sz="quarter" idx="14"/>
          </p:nvPr>
        </p:nvSpPr>
        <p:spPr>
          <a:xfrm>
            <a:off x="457202" y="2117128"/>
            <a:ext cx="5397358" cy="315214"/>
          </a:xfrm>
        </p:spPr>
        <p:txBody>
          <a:bodyPr/>
          <a:lstStyle/>
          <a:p>
            <a:r>
              <a:rPr lang="en-US" dirty="0"/>
              <a:t>Autodesk Exchange for Autodesk</a:t>
            </a:r>
            <a:r>
              <a:rPr lang="en-US" baseline="30000" dirty="0"/>
              <a:t>®</a:t>
            </a:r>
            <a:r>
              <a:rPr lang="en-US" dirty="0"/>
              <a:t> Revit</a:t>
            </a:r>
            <a:r>
              <a:rPr lang="en-US" baseline="30000" dirty="0"/>
              <a:t>®  </a:t>
            </a:r>
          </a:p>
        </p:txBody>
      </p:sp>
    </p:spTree>
    <p:extLst>
      <p:ext uri="{BB962C8B-B14F-4D97-AF65-F5344CB8AC3E}">
        <p14:creationId xmlns:p14="http://schemas.microsoft.com/office/powerpoint/2010/main" val="337547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Create </a:t>
            </a:r>
            <a:r>
              <a:rPr lang="en-US" dirty="0"/>
              <a:t>the </a:t>
            </a:r>
            <a:r>
              <a:rPr lang="en-US" dirty="0" smtClean="0"/>
              <a:t>app satisfying guidelines </a:t>
            </a:r>
            <a:endParaRPr lang="en-US" dirty="0"/>
          </a:p>
          <a:p>
            <a:r>
              <a:rPr lang="en-US" dirty="0" smtClean="0"/>
              <a:t>Prepare publishing information, such as icons, help file, support information </a:t>
            </a:r>
            <a:endParaRPr lang="en-US" dirty="0"/>
          </a:p>
          <a:p>
            <a:r>
              <a:rPr lang="en-US" dirty="0"/>
              <a:t>Organize your </a:t>
            </a:r>
            <a:r>
              <a:rPr lang="en-US" dirty="0" smtClean="0"/>
              <a:t>app </a:t>
            </a:r>
            <a:r>
              <a:rPr lang="en-US" dirty="0"/>
              <a:t>and </a:t>
            </a:r>
            <a:r>
              <a:rPr lang="en-US" dirty="0" smtClean="0"/>
              <a:t>publishing information in a  </a:t>
            </a:r>
            <a:r>
              <a:rPr lang="en-US" dirty="0"/>
              <a:t>bundle format</a:t>
            </a:r>
          </a:p>
          <a:p>
            <a:r>
              <a:rPr lang="en-US" dirty="0"/>
              <a:t>Zip up and </a:t>
            </a:r>
            <a:r>
              <a:rPr lang="en-US" dirty="0" smtClean="0"/>
              <a:t>submit </a:t>
            </a:r>
            <a:r>
              <a:rPr lang="en-US" dirty="0"/>
              <a:t>the </a:t>
            </a:r>
            <a:r>
              <a:rPr lang="en-US" dirty="0" smtClean="0"/>
              <a:t>app at: </a:t>
            </a:r>
          </a:p>
          <a:p>
            <a:pPr lvl="1"/>
            <a:r>
              <a:rPr lang="en-US" dirty="0" smtClean="0">
                <a:hlinkClick r:id="rId3"/>
              </a:rPr>
              <a:t>http</a:t>
            </a:r>
            <a:r>
              <a:rPr lang="en-US" dirty="0">
                <a:hlinkClick r:id="rId3"/>
              </a:rPr>
              <a:t>://apps.exchange.autodesk.com/RVT/Home/Index</a:t>
            </a:r>
            <a:endParaRPr lang="en-US" dirty="0"/>
          </a:p>
          <a:p>
            <a:endParaRPr lang="en-US" dirty="0"/>
          </a:p>
        </p:txBody>
      </p:sp>
      <p:sp>
        <p:nvSpPr>
          <p:cNvPr id="3" name="Title 2"/>
          <p:cNvSpPr>
            <a:spLocks noGrp="1"/>
          </p:cNvSpPr>
          <p:nvPr>
            <p:ph type="title"/>
          </p:nvPr>
        </p:nvSpPr>
        <p:spPr/>
        <p:txBody>
          <a:bodyPr/>
          <a:lstStyle/>
          <a:p>
            <a:r>
              <a:rPr lang="en-US" dirty="0" smtClean="0"/>
              <a:t>Publishing Your Apps at Autodesk Exchange</a:t>
            </a:r>
            <a:endParaRPr lang="en-US"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0034" y="4737951"/>
            <a:ext cx="2133898" cy="800212"/>
          </a:xfrm>
          <a:prstGeom prst="rect">
            <a:avLst/>
          </a:prstGeom>
        </p:spPr>
      </p:pic>
    </p:spTree>
    <p:extLst>
      <p:ext uri="{BB962C8B-B14F-4D97-AF65-F5344CB8AC3E}">
        <p14:creationId xmlns:p14="http://schemas.microsoft.com/office/powerpoint/2010/main" val="333568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7200" indent="0">
              <a:buNone/>
            </a:pPr>
            <a:r>
              <a:rPr lang="en-US" dirty="0" smtClean="0"/>
              <a:t>Autodesk Store Team will: </a:t>
            </a:r>
          </a:p>
          <a:p>
            <a:r>
              <a:rPr lang="en-US" dirty="0" smtClean="0"/>
              <a:t>Review </a:t>
            </a:r>
            <a:r>
              <a:rPr lang="en-US" dirty="0"/>
              <a:t>your submission for correctness and contact you if necessary</a:t>
            </a:r>
          </a:p>
          <a:p>
            <a:r>
              <a:rPr lang="en-US" dirty="0"/>
              <a:t>Create PackageContents.xml for the first version of your App</a:t>
            </a:r>
          </a:p>
          <a:p>
            <a:r>
              <a:rPr lang="en-US" dirty="0"/>
              <a:t>Create the installer for your a</a:t>
            </a:r>
            <a:r>
              <a:rPr lang="en-US" dirty="0" smtClean="0"/>
              <a:t>pp </a:t>
            </a:r>
            <a:r>
              <a:rPr lang="en-US" dirty="0"/>
              <a:t>and let you test it</a:t>
            </a:r>
          </a:p>
          <a:p>
            <a:r>
              <a:rPr lang="en-US" dirty="0"/>
              <a:t>Publish your App to the Revit Exchange App store after your </a:t>
            </a:r>
            <a:r>
              <a:rPr lang="en-US" dirty="0" smtClean="0"/>
              <a:t>approval</a:t>
            </a:r>
          </a:p>
          <a:p>
            <a:pPr marL="67200" indent="0">
              <a:buNone/>
            </a:pPr>
            <a:endParaRPr lang="en-US" dirty="0"/>
          </a:p>
          <a:p>
            <a:endParaRPr lang="en-US" dirty="0"/>
          </a:p>
        </p:txBody>
      </p:sp>
      <p:sp>
        <p:nvSpPr>
          <p:cNvPr id="3" name="Title 2"/>
          <p:cNvSpPr>
            <a:spLocks noGrp="1"/>
          </p:cNvSpPr>
          <p:nvPr>
            <p:ph type="title"/>
          </p:nvPr>
        </p:nvSpPr>
        <p:spPr/>
        <p:txBody>
          <a:bodyPr/>
          <a:lstStyle/>
          <a:p>
            <a:r>
              <a:rPr lang="en-US" dirty="0"/>
              <a:t>Publishing Your Apps at Autodesk </a:t>
            </a:r>
            <a:r>
              <a:rPr lang="en-US" dirty="0" smtClean="0"/>
              <a:t>Exchange</a:t>
            </a:r>
            <a:br>
              <a:rPr lang="en-US" dirty="0" smtClean="0"/>
            </a:br>
            <a:r>
              <a:rPr lang="en-US" dirty="0" smtClean="0"/>
              <a:t>After Submission</a:t>
            </a:r>
            <a:br>
              <a:rPr lang="en-US" dirty="0" smtClean="0"/>
            </a:br>
            <a:endParaRPr lang="en-US" dirty="0"/>
          </a:p>
        </p:txBody>
      </p:sp>
    </p:spTree>
    <p:extLst>
      <p:ext uri="{BB962C8B-B14F-4D97-AF65-F5344CB8AC3E}">
        <p14:creationId xmlns:p14="http://schemas.microsoft.com/office/powerpoint/2010/main" val="1018822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a:t>
            </a:r>
            <a:endParaRPr lang="en-US" dirty="0"/>
          </a:p>
        </p:txBody>
      </p:sp>
      <p:sp>
        <p:nvSpPr>
          <p:cNvPr id="3" name="Content Placeholder 2"/>
          <p:cNvSpPr>
            <a:spLocks noGrp="1"/>
          </p:cNvSpPr>
          <p:nvPr>
            <p:ph idx="1"/>
          </p:nvPr>
        </p:nvSpPr>
        <p:spPr/>
        <p:txBody>
          <a:bodyPr/>
          <a:lstStyle/>
          <a:p>
            <a:pPr marL="0" indent="0">
              <a:buNone/>
            </a:pPr>
            <a:r>
              <a:rPr lang="en-US" sz="2000" dirty="0" smtClean="0"/>
              <a:t>Autodesk Exchange Apps page </a:t>
            </a:r>
            <a:r>
              <a:rPr lang="en-US" sz="2000" dirty="0" smtClean="0">
                <a:hlinkClick r:id="rId3"/>
              </a:rPr>
              <a:t/>
            </a:r>
            <a:br>
              <a:rPr lang="en-US" sz="2000" dirty="0" smtClean="0">
                <a:hlinkClick r:id="rId3"/>
              </a:rPr>
            </a:br>
            <a:r>
              <a:rPr lang="en-US" sz="1800" dirty="0" smtClean="0">
                <a:hlinkClick r:id="rId3"/>
              </a:rPr>
              <a:t>http</a:t>
            </a:r>
            <a:r>
              <a:rPr lang="en-US" sz="1800" dirty="0">
                <a:hlinkClick r:id="rId3"/>
              </a:rPr>
              <a:t>://</a:t>
            </a:r>
            <a:r>
              <a:rPr lang="en-US" sz="1800" dirty="0" smtClean="0">
                <a:hlinkClick r:id="rId3"/>
              </a:rPr>
              <a:t>www.autodesk.com/developapps</a:t>
            </a:r>
            <a:r>
              <a:rPr lang="en-US" sz="1800" dirty="0" smtClean="0"/>
              <a:t/>
            </a:r>
            <a:br>
              <a:rPr lang="en-US" sz="1800" dirty="0" smtClean="0"/>
            </a:br>
            <a:endParaRPr lang="en-US" sz="1800" dirty="0" smtClean="0"/>
          </a:p>
          <a:p>
            <a:pPr marL="511961" lvl="1" indent="0">
              <a:buNone/>
            </a:pPr>
            <a:r>
              <a:rPr lang="en-US" sz="2000" dirty="0" smtClean="0"/>
              <a:t>Information for Autodesk Revit Developers</a:t>
            </a:r>
          </a:p>
          <a:p>
            <a:pPr marL="511961" lvl="1" indent="0">
              <a:buNone/>
            </a:pPr>
            <a:r>
              <a:rPr lang="en-US" sz="1600" dirty="0" smtClean="0">
                <a:hlinkClick r:id="rId4"/>
              </a:rPr>
              <a:t>http</a:t>
            </a:r>
            <a:r>
              <a:rPr lang="en-US" sz="1600" dirty="0">
                <a:hlinkClick r:id="rId4"/>
              </a:rPr>
              <a:t>://usa.autodesk.com/adsk/servlet/item?siteID=123112&amp;id=20143032</a:t>
            </a:r>
            <a:endParaRPr lang="en-US" sz="1600" dirty="0"/>
          </a:p>
          <a:p>
            <a:endParaRPr lang="en-US" sz="1800" dirty="0" smtClean="0"/>
          </a:p>
          <a:p>
            <a:pPr marL="0" indent="0">
              <a:buNone/>
            </a:pPr>
            <a:r>
              <a:rPr lang="en-US" sz="1800" dirty="0"/>
              <a:t>	</a:t>
            </a:r>
            <a:r>
              <a:rPr lang="en-US" sz="1800" dirty="0" smtClean="0"/>
              <a:t>General Information for App Publishers</a:t>
            </a:r>
          </a:p>
          <a:p>
            <a:pPr lvl="1"/>
            <a:r>
              <a:rPr lang="en-US" sz="1600" dirty="0"/>
              <a:t>Icon guidelines</a:t>
            </a:r>
            <a:br>
              <a:rPr lang="en-US" sz="1600" dirty="0"/>
            </a:br>
            <a:r>
              <a:rPr lang="en-US" sz="1600" dirty="0" smtClean="0">
                <a:hlinkClick r:id="rId5"/>
              </a:rPr>
              <a:t>http</a:t>
            </a:r>
            <a:r>
              <a:rPr lang="en-US" sz="1600" dirty="0">
                <a:hlinkClick r:id="rId5"/>
              </a:rPr>
              <a:t>://</a:t>
            </a:r>
            <a:r>
              <a:rPr lang="en-US" sz="1600" dirty="0" smtClean="0">
                <a:hlinkClick r:id="rId5"/>
              </a:rPr>
              <a:t>images.autodesk.com/adsk/files/icons_publishers.zip</a:t>
            </a:r>
            <a:endParaRPr lang="en-US" sz="1600" dirty="0" smtClean="0"/>
          </a:p>
          <a:p>
            <a:pPr lvl="1"/>
            <a:r>
              <a:rPr lang="en-US" sz="1600" dirty="0" smtClean="0"/>
              <a:t>App Submission – </a:t>
            </a:r>
            <a:r>
              <a:rPr lang="en-US" sz="1600" dirty="0"/>
              <a:t>required information</a:t>
            </a:r>
            <a:br>
              <a:rPr lang="en-US" sz="1600" dirty="0"/>
            </a:br>
            <a:r>
              <a:rPr lang="en-US" sz="1400" dirty="0">
                <a:hlinkClick r:id="rId6"/>
              </a:rPr>
              <a:t>http://images.autodesk.com/adsk/files/app_submission__</a:t>
            </a:r>
            <a:r>
              <a:rPr lang="en-US" sz="1400" dirty="0" smtClean="0">
                <a:hlinkClick r:id="rId6"/>
              </a:rPr>
              <a:t>required_information1.doc</a:t>
            </a:r>
            <a:endParaRPr lang="en-US" sz="1400" dirty="0" smtClean="0"/>
          </a:p>
          <a:p>
            <a:pPr lvl="1"/>
            <a:r>
              <a:rPr lang="en-US" sz="1600" dirty="0"/>
              <a:t>PayPal Account </a:t>
            </a:r>
            <a:r>
              <a:rPr lang="en-US" sz="1600" dirty="0" smtClean="0"/>
              <a:t>Setup (for fee-based apps) </a:t>
            </a:r>
            <a:r>
              <a:rPr lang="en-US" sz="1600" dirty="0"/>
              <a:t/>
            </a:r>
            <a:br>
              <a:rPr lang="en-US" sz="1600" dirty="0"/>
            </a:br>
            <a:r>
              <a:rPr lang="en-US" sz="1600" dirty="0">
                <a:hlinkClick r:id="rId7"/>
              </a:rPr>
              <a:t>http://usa.autodesk.com/adsk/servlet/item?siteID=123112&amp;id=20143097</a:t>
            </a:r>
            <a:endParaRPr lang="en-US" sz="1600" dirty="0"/>
          </a:p>
          <a:p>
            <a:pPr lvl="1"/>
            <a:r>
              <a:rPr lang="en-US" sz="1600" dirty="0" smtClean="0"/>
              <a:t>Frequently Asked Questions (FAQ)</a:t>
            </a:r>
            <a:br>
              <a:rPr lang="en-US" sz="1600" dirty="0" smtClean="0"/>
            </a:br>
            <a:r>
              <a:rPr lang="en-US" sz="1600" dirty="0" smtClean="0">
                <a:hlinkClick r:id="rId8"/>
              </a:rPr>
              <a:t>http</a:t>
            </a:r>
            <a:r>
              <a:rPr lang="en-US" sz="1600" dirty="0">
                <a:hlinkClick r:id="rId8"/>
              </a:rPr>
              <a:t>://usa.autodesk.com/adsk/servlet/item?siteID=123112&amp;id=20149725</a:t>
            </a:r>
            <a:endParaRPr lang="en-US" sz="1600" dirty="0" smtClean="0"/>
          </a:p>
          <a:p>
            <a:pPr lvl="1"/>
            <a:r>
              <a:rPr lang="en-US" sz="1600" dirty="0" smtClean="0"/>
              <a:t>App Submission Process Overview</a:t>
            </a:r>
            <a:br>
              <a:rPr lang="en-US" sz="1600" dirty="0" smtClean="0"/>
            </a:br>
            <a:r>
              <a:rPr lang="en-US" sz="1600" dirty="0" smtClean="0">
                <a:hlinkClick r:id="rId9"/>
              </a:rPr>
              <a:t>http</a:t>
            </a:r>
            <a:r>
              <a:rPr lang="en-US" sz="1600" dirty="0">
                <a:hlinkClick r:id="rId9"/>
              </a:rPr>
              <a:t>://usa.autodesk.com/adsk/servlet/item?siteID=123112&amp;id=20149658</a:t>
            </a:r>
            <a:endParaRPr lang="en-US" sz="1600" dirty="0"/>
          </a:p>
          <a:p>
            <a:pPr marL="0" indent="0">
              <a:buNone/>
            </a:pPr>
            <a:endParaRPr lang="en-US" sz="2400" dirty="0"/>
          </a:p>
        </p:txBody>
      </p:sp>
    </p:spTree>
    <p:extLst>
      <p:ext uri="{BB962C8B-B14F-4D97-AF65-F5344CB8AC3E}">
        <p14:creationId xmlns:p14="http://schemas.microsoft.com/office/powerpoint/2010/main" val="4120258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z="6600" dirty="0" smtClean="0"/>
              <a:t>Questions</a:t>
            </a:r>
            <a:r>
              <a:rPr lang="en-US" sz="6600" dirty="0" smtClean="0"/>
              <a:t>?</a:t>
            </a:r>
            <a:endParaRPr lang="en-US" sz="6600" dirty="0"/>
          </a:p>
        </p:txBody>
      </p:sp>
      <p:sp>
        <p:nvSpPr>
          <p:cNvPr id="3" name="Rectangle 2"/>
          <p:cNvSpPr/>
          <p:nvPr/>
        </p:nvSpPr>
        <p:spPr>
          <a:xfrm>
            <a:off x="2923151" y="4052801"/>
            <a:ext cx="3297698" cy="430887"/>
          </a:xfrm>
          <a:prstGeom prst="rect">
            <a:avLst/>
          </a:prstGeom>
        </p:spPr>
        <p:txBody>
          <a:bodyPr wrap="none">
            <a:spAutoFit/>
          </a:bodyPr>
          <a:lstStyle/>
          <a:p>
            <a:r>
              <a:rPr lang="en-US" u="sng" dirty="0">
                <a:hlinkClick r:id="rId3"/>
              </a:rPr>
              <a:t>appsinfo@autodesk.com</a:t>
            </a:r>
            <a:endParaRPr lang="en-US" dirty="0"/>
          </a:p>
        </p:txBody>
      </p:sp>
    </p:spTree>
    <p:extLst>
      <p:ext uri="{BB962C8B-B14F-4D97-AF65-F5344CB8AC3E}">
        <p14:creationId xmlns:p14="http://schemas.microsoft.com/office/powerpoint/2010/main" val="2124654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086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Autodesk Theme">
  <a:themeElements>
    <a:clrScheme name="Autodesk colors">
      <a:dk1>
        <a:srgbClr val="000000"/>
      </a:dk1>
      <a:lt1>
        <a:srgbClr val="FFFFFF"/>
      </a:lt1>
      <a:dk2>
        <a:srgbClr val="000000"/>
      </a:dk2>
      <a:lt2>
        <a:srgbClr val="FFFFFF"/>
      </a:lt2>
      <a:accent1>
        <a:srgbClr val="FFCC00"/>
      </a:accent1>
      <a:accent2>
        <a:srgbClr val="87BC40"/>
      </a:accent2>
      <a:accent3>
        <a:srgbClr val="32BCAD"/>
      </a:accent3>
      <a:accent4>
        <a:srgbClr val="0696D7"/>
      </a:accent4>
      <a:accent5>
        <a:srgbClr val="007272"/>
      </a:accent5>
      <a:accent6>
        <a:srgbClr val="1858A8"/>
      </a:accent6>
      <a:hlink>
        <a:srgbClr val="007272"/>
      </a:hlink>
      <a:folHlink>
        <a:srgbClr val="007272"/>
      </a:folHlink>
    </a:clrScheme>
    <a:fontScheme name="Custom 1">
      <a:majorFont>
        <a:latin typeface="Frutiger Next LT W1G"/>
        <a:ea typeface=""/>
        <a:cs typeface=""/>
      </a:majorFont>
      <a:minorFont>
        <a:latin typeface="Frutiger Next LT W1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67D18A920FC34E89379B9056E5C96B" ma:contentTypeVersion="14" ma:contentTypeDescription="Create a new document." ma:contentTypeScope="" ma:versionID="be707e33ddd7bcc8bacbc23335b141d0">
  <xsd:schema xmlns:xsd="http://www.w3.org/2001/XMLSchema" xmlns:xs="http://www.w3.org/2001/XMLSchema" xmlns:p="http://schemas.microsoft.com/office/2006/metadata/properties" xmlns:ns2="53f21e63-0826-477d-b1b7-3db21182227b" xmlns:ns3="c7e0f0b7-7208-4c92-93d6-598a3e945dff" targetNamespace="http://schemas.microsoft.com/office/2006/metadata/properties" ma:root="true" ma:fieldsID="b504e9fee24a4a4ff760916c7e032d52" ns2:_="" ns3:_="">
    <xsd:import namespace="53f21e63-0826-477d-b1b7-3db21182227b"/>
    <xsd:import namespace="c7e0f0b7-7208-4c92-93d6-598a3e945d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LengthInSecond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f21e63-0826-477d-b1b7-3db2118222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Location" ma:index="14" nillable="true" ma:displayName="Location" ma:indexed="true"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f3486984-7067-43be-b043-3c90f94ef9b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e0f0b7-7208-4c92-93d6-598a3e945df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c8ee30ba-fb0b-4ac6-930f-2974a256cfa8}" ma:internalName="TaxCatchAll" ma:showField="CatchAllData" ma:web="c7e0f0b7-7208-4c92-93d6-598a3e945df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3f21e63-0826-477d-b1b7-3db21182227b">
      <Terms xmlns="http://schemas.microsoft.com/office/infopath/2007/PartnerControls"/>
    </lcf76f155ced4ddcb4097134ff3c332f>
    <TaxCatchAll xmlns="c7e0f0b7-7208-4c92-93d6-598a3e945dff" xsi:nil="true"/>
  </documentManagement>
</p:properties>
</file>

<file path=customXml/itemProps1.xml><?xml version="1.0" encoding="utf-8"?>
<ds:datastoreItem xmlns:ds="http://schemas.openxmlformats.org/officeDocument/2006/customXml" ds:itemID="{20B82523-54EB-478D-A8B0-DB0CC81D57A6}"/>
</file>

<file path=customXml/itemProps2.xml><?xml version="1.0" encoding="utf-8"?>
<ds:datastoreItem xmlns:ds="http://schemas.openxmlformats.org/officeDocument/2006/customXml" ds:itemID="{1518E973-C9B8-4957-ACE1-3B8FB6321A41}"/>
</file>

<file path=customXml/itemProps3.xml><?xml version="1.0" encoding="utf-8"?>
<ds:datastoreItem xmlns:ds="http://schemas.openxmlformats.org/officeDocument/2006/customXml" ds:itemID="{473480AF-307B-4895-AC55-B4A8B0164675}"/>
</file>

<file path=docProps/app.xml><?xml version="1.0" encoding="utf-8"?>
<Properties xmlns="http://schemas.openxmlformats.org/officeDocument/2006/extended-properties" xmlns:vt="http://schemas.openxmlformats.org/officeDocument/2006/docPropsVTypes">
  <Template>ADSK_COV_Q2FY14 4x3</Template>
  <TotalTime>10422</TotalTime>
  <Words>244</Words>
  <Application>Microsoft Office PowerPoint</Application>
  <PresentationFormat>Letter Paper (8.5x11 in)</PresentationFormat>
  <Paragraphs>43</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Autodesk Theme</vt:lpstr>
      <vt:lpstr>PowerPoint Presentation</vt:lpstr>
      <vt:lpstr>Publishing Your Apps at Autodesk Exchange</vt:lpstr>
      <vt:lpstr>Publishing Your Apps at Autodesk Exchange After Submission </vt:lpstr>
      <vt:lpstr>References </vt:lpstr>
      <vt:lpstr>Questions?</vt:lpstr>
      <vt:lpstr>PowerPoint Presentation</vt:lpstr>
    </vt:vector>
  </TitlesOfParts>
  <Company>Autodesk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Pasquale Volpintesta</dc:creator>
  <cp:lastModifiedBy>Mikako Harada</cp:lastModifiedBy>
  <cp:revision>629</cp:revision>
  <cp:lastPrinted>2013-07-31T17:22:49Z</cp:lastPrinted>
  <dcterms:created xsi:type="dcterms:W3CDTF">2012-10-19T15:38:24Z</dcterms:created>
  <dcterms:modified xsi:type="dcterms:W3CDTF">2013-08-12T20:47:00Z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0x010100BB67D18A920FC34E89379B9056E5C96B</vt:lpwstr>
  </property>
</Properties>
</file>